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0A0F"/>
        </a:solidFill>
      </p:bgPr>
    </p:bg>
    <p:spTree>
      <p:nvGrpSpPr>
        <p:cNvPr id="1" name=""/>
        <p:cNvGrpSpPr/>
        <p:nvPr/>
      </p:nvGrpSpPr>
      <p:grpSpPr>
        <a:xfrm>
          <a:off x="0" y="0"/>
          <a:ext cx="0" cy="0"/>
          <a:chOff x="0" y="0"/>
          <a:chExt cx="0" cy="0"/>
        </a:xfrm>
      </p:grpSpPr>
      <p:sp>
        <p:nvSpPr>
          <p:cNvPr id="2" name="Shape 0"/>
          <p:cNvSpPr/>
          <p:nvPr/>
        </p:nvSpPr>
        <p:spPr>
          <a:xfrm>
            <a:off x="0" y="0"/>
            <a:ext cx="0" cy="5143500"/>
          </a:xfrm>
          <a:prstGeom prst="line">
            <a:avLst/>
          </a:prstGeom>
          <a:noFill/>
          <a:ln w="1905">
            <a:solidFill>
              <a:srgbClr val="00F5FF">
                <a:alpha val="15000"/>
              </a:srgbClr>
            </a:solidFill>
            <a:prstDash val="solid"/>
          </a:ln>
        </p:spPr>
      </p:sp>
      <p:sp>
        <p:nvSpPr>
          <p:cNvPr id="3" name="Shape 1"/>
          <p:cNvSpPr/>
          <p:nvPr/>
        </p:nvSpPr>
        <p:spPr>
          <a:xfrm>
            <a:off x="1005840" y="0"/>
            <a:ext cx="0" cy="5143500"/>
          </a:xfrm>
          <a:prstGeom prst="line">
            <a:avLst/>
          </a:prstGeom>
          <a:noFill/>
          <a:ln w="1905">
            <a:solidFill>
              <a:srgbClr val="00F5FF">
                <a:alpha val="15000"/>
              </a:srgbClr>
            </a:solidFill>
            <a:prstDash val="solid"/>
          </a:ln>
        </p:spPr>
      </p:sp>
      <p:sp>
        <p:nvSpPr>
          <p:cNvPr id="4" name="Shape 2"/>
          <p:cNvSpPr/>
          <p:nvPr/>
        </p:nvSpPr>
        <p:spPr>
          <a:xfrm>
            <a:off x="2011680" y="0"/>
            <a:ext cx="0" cy="5143500"/>
          </a:xfrm>
          <a:prstGeom prst="line">
            <a:avLst/>
          </a:prstGeom>
          <a:noFill/>
          <a:ln w="1905">
            <a:solidFill>
              <a:srgbClr val="00F5FF">
                <a:alpha val="15000"/>
              </a:srgbClr>
            </a:solidFill>
            <a:prstDash val="solid"/>
          </a:ln>
        </p:spPr>
      </p:sp>
      <p:sp>
        <p:nvSpPr>
          <p:cNvPr id="5" name="Shape 3"/>
          <p:cNvSpPr/>
          <p:nvPr/>
        </p:nvSpPr>
        <p:spPr>
          <a:xfrm>
            <a:off x="3017520" y="0"/>
            <a:ext cx="0" cy="5143500"/>
          </a:xfrm>
          <a:prstGeom prst="line">
            <a:avLst/>
          </a:prstGeom>
          <a:noFill/>
          <a:ln w="1905">
            <a:solidFill>
              <a:srgbClr val="00F5FF">
                <a:alpha val="15000"/>
              </a:srgbClr>
            </a:solidFill>
            <a:prstDash val="solid"/>
          </a:ln>
        </p:spPr>
      </p:sp>
      <p:sp>
        <p:nvSpPr>
          <p:cNvPr id="6" name="Shape 4"/>
          <p:cNvSpPr/>
          <p:nvPr/>
        </p:nvSpPr>
        <p:spPr>
          <a:xfrm>
            <a:off x="4023360" y="0"/>
            <a:ext cx="0" cy="5143500"/>
          </a:xfrm>
          <a:prstGeom prst="line">
            <a:avLst/>
          </a:prstGeom>
          <a:noFill/>
          <a:ln w="1905">
            <a:solidFill>
              <a:srgbClr val="00F5FF">
                <a:alpha val="15000"/>
              </a:srgbClr>
            </a:solidFill>
            <a:prstDash val="solid"/>
          </a:ln>
        </p:spPr>
      </p:sp>
      <p:sp>
        <p:nvSpPr>
          <p:cNvPr id="7" name="Shape 5"/>
          <p:cNvSpPr/>
          <p:nvPr/>
        </p:nvSpPr>
        <p:spPr>
          <a:xfrm>
            <a:off x="5029200" y="0"/>
            <a:ext cx="0" cy="5143500"/>
          </a:xfrm>
          <a:prstGeom prst="line">
            <a:avLst/>
          </a:prstGeom>
          <a:noFill/>
          <a:ln w="1905">
            <a:solidFill>
              <a:srgbClr val="00F5FF">
                <a:alpha val="15000"/>
              </a:srgbClr>
            </a:solidFill>
            <a:prstDash val="solid"/>
          </a:ln>
        </p:spPr>
      </p:sp>
      <p:sp>
        <p:nvSpPr>
          <p:cNvPr id="8" name="Shape 6"/>
          <p:cNvSpPr/>
          <p:nvPr/>
        </p:nvSpPr>
        <p:spPr>
          <a:xfrm>
            <a:off x="6035040" y="0"/>
            <a:ext cx="0" cy="5143500"/>
          </a:xfrm>
          <a:prstGeom prst="line">
            <a:avLst/>
          </a:prstGeom>
          <a:noFill/>
          <a:ln w="1905">
            <a:solidFill>
              <a:srgbClr val="00F5FF">
                <a:alpha val="15000"/>
              </a:srgbClr>
            </a:solidFill>
            <a:prstDash val="solid"/>
          </a:ln>
        </p:spPr>
      </p:sp>
      <p:sp>
        <p:nvSpPr>
          <p:cNvPr id="9" name="Shape 7"/>
          <p:cNvSpPr/>
          <p:nvPr/>
        </p:nvSpPr>
        <p:spPr>
          <a:xfrm>
            <a:off x="7040880" y="0"/>
            <a:ext cx="0" cy="5143500"/>
          </a:xfrm>
          <a:prstGeom prst="line">
            <a:avLst/>
          </a:prstGeom>
          <a:noFill/>
          <a:ln w="1905">
            <a:solidFill>
              <a:srgbClr val="00F5FF">
                <a:alpha val="15000"/>
              </a:srgbClr>
            </a:solidFill>
            <a:prstDash val="solid"/>
          </a:ln>
        </p:spPr>
      </p:sp>
      <p:sp>
        <p:nvSpPr>
          <p:cNvPr id="10" name="Shape 8"/>
          <p:cNvSpPr/>
          <p:nvPr/>
        </p:nvSpPr>
        <p:spPr>
          <a:xfrm>
            <a:off x="8046720" y="0"/>
            <a:ext cx="0" cy="5143500"/>
          </a:xfrm>
          <a:prstGeom prst="line">
            <a:avLst/>
          </a:prstGeom>
          <a:noFill/>
          <a:ln w="1905">
            <a:solidFill>
              <a:srgbClr val="00F5FF">
                <a:alpha val="15000"/>
              </a:srgbClr>
            </a:solidFill>
            <a:prstDash val="solid"/>
          </a:ln>
        </p:spPr>
      </p:sp>
      <p:sp>
        <p:nvSpPr>
          <p:cNvPr id="11" name="Shape 9"/>
          <p:cNvSpPr/>
          <p:nvPr/>
        </p:nvSpPr>
        <p:spPr>
          <a:xfrm>
            <a:off x="9052560" y="0"/>
            <a:ext cx="0" cy="5143500"/>
          </a:xfrm>
          <a:prstGeom prst="line">
            <a:avLst/>
          </a:prstGeom>
          <a:noFill/>
          <a:ln w="1905">
            <a:solidFill>
              <a:srgbClr val="00F5FF">
                <a:alpha val="15000"/>
              </a:srgbClr>
            </a:solidFill>
            <a:prstDash val="solid"/>
          </a:ln>
        </p:spPr>
      </p:sp>
      <p:sp>
        <p:nvSpPr>
          <p:cNvPr id="12" name="Shape 10"/>
          <p:cNvSpPr/>
          <p:nvPr/>
        </p:nvSpPr>
        <p:spPr>
          <a:xfrm>
            <a:off x="0" y="0"/>
            <a:ext cx="9144000" cy="0"/>
          </a:xfrm>
          <a:prstGeom prst="line">
            <a:avLst/>
          </a:prstGeom>
          <a:noFill/>
          <a:ln w="1905">
            <a:solidFill>
              <a:srgbClr val="00F5FF">
                <a:alpha val="15000"/>
              </a:srgbClr>
            </a:solidFill>
            <a:prstDash val="solid"/>
          </a:ln>
        </p:spPr>
      </p:sp>
      <p:sp>
        <p:nvSpPr>
          <p:cNvPr id="13" name="Shape 11"/>
          <p:cNvSpPr/>
          <p:nvPr/>
        </p:nvSpPr>
        <p:spPr>
          <a:xfrm>
            <a:off x="0" y="914400"/>
            <a:ext cx="9144000" cy="0"/>
          </a:xfrm>
          <a:prstGeom prst="line">
            <a:avLst/>
          </a:prstGeom>
          <a:noFill/>
          <a:ln w="1905">
            <a:solidFill>
              <a:srgbClr val="00F5FF">
                <a:alpha val="15000"/>
              </a:srgbClr>
            </a:solidFill>
            <a:prstDash val="solid"/>
          </a:ln>
        </p:spPr>
      </p:sp>
      <p:sp>
        <p:nvSpPr>
          <p:cNvPr id="14" name="Shape 12"/>
          <p:cNvSpPr/>
          <p:nvPr/>
        </p:nvSpPr>
        <p:spPr>
          <a:xfrm>
            <a:off x="0" y="1828800"/>
            <a:ext cx="9144000" cy="0"/>
          </a:xfrm>
          <a:prstGeom prst="line">
            <a:avLst/>
          </a:prstGeom>
          <a:noFill/>
          <a:ln w="1905">
            <a:solidFill>
              <a:srgbClr val="00F5FF">
                <a:alpha val="15000"/>
              </a:srgbClr>
            </a:solidFill>
            <a:prstDash val="solid"/>
          </a:ln>
        </p:spPr>
      </p:sp>
      <p:sp>
        <p:nvSpPr>
          <p:cNvPr id="15" name="Shape 13"/>
          <p:cNvSpPr/>
          <p:nvPr/>
        </p:nvSpPr>
        <p:spPr>
          <a:xfrm>
            <a:off x="0" y="2743200"/>
            <a:ext cx="9144000" cy="0"/>
          </a:xfrm>
          <a:prstGeom prst="line">
            <a:avLst/>
          </a:prstGeom>
          <a:noFill/>
          <a:ln w="1905">
            <a:solidFill>
              <a:srgbClr val="00F5FF">
                <a:alpha val="15000"/>
              </a:srgbClr>
            </a:solidFill>
            <a:prstDash val="solid"/>
          </a:ln>
        </p:spPr>
      </p:sp>
      <p:sp>
        <p:nvSpPr>
          <p:cNvPr id="16" name="Shape 14"/>
          <p:cNvSpPr/>
          <p:nvPr/>
        </p:nvSpPr>
        <p:spPr>
          <a:xfrm>
            <a:off x="0" y="3657600"/>
            <a:ext cx="9144000" cy="0"/>
          </a:xfrm>
          <a:prstGeom prst="line">
            <a:avLst/>
          </a:prstGeom>
          <a:noFill/>
          <a:ln w="1905">
            <a:solidFill>
              <a:srgbClr val="00F5FF">
                <a:alpha val="15000"/>
              </a:srgbClr>
            </a:solidFill>
            <a:prstDash val="solid"/>
          </a:ln>
        </p:spPr>
      </p:sp>
      <p:sp>
        <p:nvSpPr>
          <p:cNvPr id="17" name="Shape 15"/>
          <p:cNvSpPr/>
          <p:nvPr/>
        </p:nvSpPr>
        <p:spPr>
          <a:xfrm>
            <a:off x="0" y="4572000"/>
            <a:ext cx="9144000" cy="0"/>
          </a:xfrm>
          <a:prstGeom prst="line">
            <a:avLst/>
          </a:prstGeom>
          <a:noFill/>
          <a:ln w="1905">
            <a:solidFill>
              <a:srgbClr val="00F5FF">
                <a:alpha val="15000"/>
              </a:srgbClr>
            </a:solidFill>
            <a:prstDash val="solid"/>
          </a:ln>
        </p:spPr>
      </p:sp>
      <p:sp>
        <p:nvSpPr>
          <p:cNvPr id="18" name="Shape 16"/>
          <p:cNvSpPr/>
          <p:nvPr/>
        </p:nvSpPr>
        <p:spPr>
          <a:xfrm>
            <a:off x="0" y="0"/>
            <a:ext cx="9144000" cy="73152"/>
          </a:xfrm>
          <a:prstGeom prst="rect">
            <a:avLst/>
          </a:prstGeom>
          <a:solidFill>
            <a:srgbClr val="FF3333"/>
          </a:solidFill>
          <a:ln w="12700">
            <a:solidFill>
              <a:srgbClr val="FF3333"/>
            </a:solidFill>
            <a:prstDash val="solid"/>
          </a:ln>
        </p:spPr>
      </p:sp>
      <p:sp>
        <p:nvSpPr>
          <p:cNvPr id="19" name="Shape 17"/>
          <p:cNvSpPr/>
          <p:nvPr/>
        </p:nvSpPr>
        <p:spPr>
          <a:xfrm>
            <a:off x="0" y="5070348"/>
            <a:ext cx="9144000" cy="73152"/>
          </a:xfrm>
          <a:prstGeom prst="rect">
            <a:avLst/>
          </a:prstGeom>
          <a:solidFill>
            <a:srgbClr val="FF3333"/>
          </a:solidFill>
          <a:ln w="12700">
            <a:solidFill>
              <a:srgbClr val="FF3333"/>
            </a:solidFill>
            <a:prstDash val="solid"/>
          </a:ln>
        </p:spPr>
      </p:sp>
      <p:sp>
        <p:nvSpPr>
          <p:cNvPr id="20" name="Text 18"/>
          <p:cNvSpPr/>
          <p:nvPr/>
        </p:nvSpPr>
        <p:spPr>
          <a:xfrm>
            <a:off x="-457200" y="731520"/>
            <a:ext cx="10058400" cy="2743200"/>
          </a:xfrm>
          <a:prstGeom prst="rect">
            <a:avLst/>
          </a:prstGeom>
          <a:noFill/>
          <a:ln/>
        </p:spPr>
        <p:txBody>
          <a:bodyPr wrap="square" rtlCol="0" anchor="ctr"/>
          <a:lstStyle/>
          <a:p>
            <a:pPr algn="ctr" indent="0" marL="0">
              <a:buNone/>
            </a:pPr>
            <a:r>
              <a:rPr lang="en-US" sz="18000" b="1" dirty="0">
                <a:solidFill>
                  <a:srgbClr val="00F5FF">
                    <a:alpha val="7000"/>
                  </a:srgbClr>
                </a:solidFill>
                <a:latin typeface="Arial Black" pitchFamily="34" charset="0"/>
                <a:ea typeface="Arial Black" pitchFamily="34" charset="-122"/>
                <a:cs typeface="Arial Black" pitchFamily="34" charset="-120"/>
              </a:rPr>
              <a:t>CYBER</a:t>
            </a:r>
            <a:endParaRPr lang="en-US" sz="18000" dirty="0"/>
          </a:p>
        </p:txBody>
      </p:sp>
      <p:sp>
        <p:nvSpPr>
          <p:cNvPr id="21" name="Shape 19"/>
          <p:cNvSpPr/>
          <p:nvPr/>
        </p:nvSpPr>
        <p:spPr>
          <a:xfrm>
            <a:off x="0" y="0"/>
            <a:ext cx="365760" cy="365760"/>
          </a:xfrm>
          <a:prstGeom prst="rect">
            <a:avLst/>
          </a:prstGeom>
          <a:solidFill>
            <a:srgbClr val="FF3333"/>
          </a:solidFill>
          <a:ln w="12700">
            <a:solidFill>
              <a:srgbClr val="FF3333"/>
            </a:solidFill>
            <a:prstDash val="solid"/>
          </a:ln>
        </p:spPr>
      </p:sp>
      <p:sp>
        <p:nvSpPr>
          <p:cNvPr id="22" name="Shape 20"/>
          <p:cNvSpPr/>
          <p:nvPr/>
        </p:nvSpPr>
        <p:spPr>
          <a:xfrm>
            <a:off x="8778240" y="0"/>
            <a:ext cx="365760" cy="365760"/>
          </a:xfrm>
          <a:prstGeom prst="rect">
            <a:avLst/>
          </a:prstGeom>
          <a:solidFill>
            <a:srgbClr val="FF3333"/>
          </a:solidFill>
          <a:ln w="12700">
            <a:solidFill>
              <a:srgbClr val="FF3333"/>
            </a:solidFill>
            <a:prstDash val="solid"/>
          </a:ln>
        </p:spPr>
      </p:sp>
      <p:sp>
        <p:nvSpPr>
          <p:cNvPr id="23" name="Shape 21"/>
          <p:cNvSpPr/>
          <p:nvPr/>
        </p:nvSpPr>
        <p:spPr>
          <a:xfrm>
            <a:off x="0" y="4777740"/>
            <a:ext cx="365760" cy="365760"/>
          </a:xfrm>
          <a:prstGeom prst="rect">
            <a:avLst/>
          </a:prstGeom>
          <a:solidFill>
            <a:srgbClr val="FF3333"/>
          </a:solidFill>
          <a:ln w="12700">
            <a:solidFill>
              <a:srgbClr val="FF3333"/>
            </a:solidFill>
            <a:prstDash val="solid"/>
          </a:ln>
        </p:spPr>
      </p:sp>
      <p:sp>
        <p:nvSpPr>
          <p:cNvPr id="24" name="Shape 22"/>
          <p:cNvSpPr/>
          <p:nvPr/>
        </p:nvSpPr>
        <p:spPr>
          <a:xfrm>
            <a:off x="8778240" y="4777740"/>
            <a:ext cx="365760" cy="365760"/>
          </a:xfrm>
          <a:prstGeom prst="rect">
            <a:avLst/>
          </a:prstGeom>
          <a:solidFill>
            <a:srgbClr val="FF3333"/>
          </a:solidFill>
          <a:ln w="12700">
            <a:solidFill>
              <a:srgbClr val="FF3333"/>
            </a:solidFill>
            <a:prstDash val="solid"/>
          </a:ln>
        </p:spPr>
      </p:sp>
      <p:sp>
        <p:nvSpPr>
          <p:cNvPr id="25" name="Text 23"/>
          <p:cNvSpPr/>
          <p:nvPr/>
        </p:nvSpPr>
        <p:spPr>
          <a:xfrm>
            <a:off x="457200" y="1097280"/>
            <a:ext cx="8229600" cy="1005840"/>
          </a:xfrm>
          <a:prstGeom prst="rect">
            <a:avLst/>
          </a:prstGeom>
          <a:noFill/>
          <a:ln/>
        </p:spPr>
        <p:txBody>
          <a:bodyPr wrap="square" rtlCol="0" anchor="ctr"/>
          <a:lstStyle/>
          <a:p>
            <a:pPr algn="ctr" indent="0" marL="0">
              <a:buNone/>
            </a:pPr>
            <a:r>
              <a:rPr lang="en-US" sz="5400" b="1" spc="400" kern="0" dirty="0">
                <a:solidFill>
                  <a:srgbClr val="00F5FF"/>
                </a:solidFill>
                <a:latin typeface="Arial Black" pitchFamily="34" charset="0"/>
                <a:ea typeface="Arial Black" pitchFamily="34" charset="-122"/>
                <a:cs typeface="Arial Black" pitchFamily="34" charset="-120"/>
              </a:rPr>
              <a:t>CYBER SECURITY</a:t>
            </a:r>
            <a:endParaRPr lang="en-US" sz="5400" dirty="0"/>
          </a:p>
        </p:txBody>
      </p:sp>
      <p:sp>
        <p:nvSpPr>
          <p:cNvPr id="26" name="Text 24"/>
          <p:cNvSpPr/>
          <p:nvPr/>
        </p:nvSpPr>
        <p:spPr>
          <a:xfrm>
            <a:off x="457200" y="2011680"/>
            <a:ext cx="8229600" cy="914400"/>
          </a:xfrm>
          <a:prstGeom prst="rect">
            <a:avLst/>
          </a:prstGeom>
          <a:noFill/>
          <a:ln/>
        </p:spPr>
        <p:txBody>
          <a:bodyPr wrap="square" rtlCol="0" anchor="ctr"/>
          <a:lstStyle/>
          <a:p>
            <a:pPr algn="ctr" indent="0" marL="0">
              <a:buNone/>
            </a:pPr>
            <a:r>
              <a:rPr lang="en-US" sz="4800" b="1" spc="300" kern="0" dirty="0">
                <a:solidFill>
                  <a:srgbClr val="FFFFFF"/>
                </a:solidFill>
                <a:latin typeface="Arial Black" pitchFamily="34" charset="0"/>
                <a:ea typeface="Arial Black" pitchFamily="34" charset="-122"/>
                <a:cs typeface="Arial Black" pitchFamily="34" charset="-120"/>
              </a:rPr>
              <a:t>&amp; CYBER CRIMES</a:t>
            </a:r>
            <a:endParaRPr lang="en-US" sz="4800" dirty="0"/>
          </a:p>
        </p:txBody>
      </p:sp>
      <p:sp>
        <p:nvSpPr>
          <p:cNvPr id="27" name="Shape 25"/>
          <p:cNvSpPr/>
          <p:nvPr/>
        </p:nvSpPr>
        <p:spPr>
          <a:xfrm>
            <a:off x="2286000" y="2999232"/>
            <a:ext cx="4572000" cy="36576"/>
          </a:xfrm>
          <a:prstGeom prst="rect">
            <a:avLst/>
          </a:prstGeom>
          <a:solidFill>
            <a:srgbClr val="00F5FF"/>
          </a:solidFill>
          <a:ln w="12700">
            <a:solidFill>
              <a:srgbClr val="00F5FF"/>
            </a:solidFill>
            <a:prstDash val="solid"/>
          </a:ln>
        </p:spPr>
      </p:sp>
      <p:sp>
        <p:nvSpPr>
          <p:cNvPr id="28" name="Shape 26"/>
          <p:cNvSpPr/>
          <p:nvPr/>
        </p:nvSpPr>
        <p:spPr>
          <a:xfrm>
            <a:off x="457200" y="3127248"/>
            <a:ext cx="2651760" cy="347472"/>
          </a:xfrm>
          <a:prstGeom prst="roundRect">
            <a:avLst>
              <a:gd name="adj" fmla="val 13158"/>
            </a:avLst>
          </a:prstGeom>
          <a:solidFill>
            <a:srgbClr val="21262D"/>
          </a:solidFill>
          <a:ln w="12700">
            <a:solidFill>
              <a:srgbClr val="00F5FF"/>
            </a:solidFill>
            <a:prstDash val="solid"/>
          </a:ln>
        </p:spPr>
      </p:sp>
      <p:sp>
        <p:nvSpPr>
          <p:cNvPr id="29" name="Text 27"/>
          <p:cNvSpPr/>
          <p:nvPr/>
        </p:nvSpPr>
        <p:spPr>
          <a:xfrm>
            <a:off x="457200" y="3127248"/>
            <a:ext cx="2651760" cy="347472"/>
          </a:xfrm>
          <a:prstGeom prst="rect">
            <a:avLst/>
          </a:prstGeom>
          <a:noFill/>
          <a:ln/>
        </p:spPr>
        <p:txBody>
          <a:bodyPr wrap="square" rtlCol="0" anchor="ctr"/>
          <a:lstStyle/>
          <a:p>
            <a:pPr algn="ctr" indent="0" marL="0">
              <a:buNone/>
            </a:pPr>
            <a:r>
              <a:rPr lang="en-US" sz="950" dirty="0">
                <a:solidFill>
                  <a:srgbClr val="00F5FF"/>
                </a:solidFill>
                <a:latin typeface="Courier New" pitchFamily="34" charset="0"/>
                <a:ea typeface="Courier New" pitchFamily="34" charset="-122"/>
                <a:cs typeface="Courier New" pitchFamily="34" charset="-120"/>
              </a:rPr>
              <a:t>Types of Cyber Threats</a:t>
            </a:r>
            <a:endParaRPr lang="en-US" sz="950" dirty="0"/>
          </a:p>
        </p:txBody>
      </p:sp>
      <p:sp>
        <p:nvSpPr>
          <p:cNvPr id="30" name="Shape 28"/>
          <p:cNvSpPr/>
          <p:nvPr/>
        </p:nvSpPr>
        <p:spPr>
          <a:xfrm>
            <a:off x="3383280" y="3127248"/>
            <a:ext cx="2651760" cy="347472"/>
          </a:xfrm>
          <a:prstGeom prst="roundRect">
            <a:avLst>
              <a:gd name="adj" fmla="val 13158"/>
            </a:avLst>
          </a:prstGeom>
          <a:solidFill>
            <a:srgbClr val="21262D"/>
          </a:solidFill>
          <a:ln w="12700">
            <a:solidFill>
              <a:srgbClr val="00F5FF"/>
            </a:solidFill>
            <a:prstDash val="solid"/>
          </a:ln>
        </p:spPr>
      </p:sp>
      <p:sp>
        <p:nvSpPr>
          <p:cNvPr id="31" name="Text 29"/>
          <p:cNvSpPr/>
          <p:nvPr/>
        </p:nvSpPr>
        <p:spPr>
          <a:xfrm>
            <a:off x="3383280" y="3127248"/>
            <a:ext cx="2651760" cy="347472"/>
          </a:xfrm>
          <a:prstGeom prst="rect">
            <a:avLst/>
          </a:prstGeom>
          <a:noFill/>
          <a:ln/>
        </p:spPr>
        <p:txBody>
          <a:bodyPr wrap="square" rtlCol="0" anchor="ctr"/>
          <a:lstStyle/>
          <a:p>
            <a:pPr algn="ctr" indent="0" marL="0">
              <a:buNone/>
            </a:pPr>
            <a:r>
              <a:rPr lang="en-US" sz="950" dirty="0">
                <a:solidFill>
                  <a:srgbClr val="00F5FF"/>
                </a:solidFill>
                <a:latin typeface="Courier New" pitchFamily="34" charset="0"/>
                <a:ea typeface="Courier New" pitchFamily="34" charset="-122"/>
                <a:cs typeface="Courier New" pitchFamily="34" charset="-120"/>
              </a:rPr>
              <a:t>Preventive Measures</a:t>
            </a:r>
            <a:endParaRPr lang="en-US" sz="950" dirty="0"/>
          </a:p>
        </p:txBody>
      </p:sp>
      <p:sp>
        <p:nvSpPr>
          <p:cNvPr id="32" name="Shape 30"/>
          <p:cNvSpPr/>
          <p:nvPr/>
        </p:nvSpPr>
        <p:spPr>
          <a:xfrm>
            <a:off x="6309360" y="3127248"/>
            <a:ext cx="2651760" cy="347472"/>
          </a:xfrm>
          <a:prstGeom prst="roundRect">
            <a:avLst>
              <a:gd name="adj" fmla="val 13158"/>
            </a:avLst>
          </a:prstGeom>
          <a:solidFill>
            <a:srgbClr val="21262D"/>
          </a:solidFill>
          <a:ln w="12700">
            <a:solidFill>
              <a:srgbClr val="00F5FF"/>
            </a:solidFill>
            <a:prstDash val="solid"/>
          </a:ln>
        </p:spPr>
      </p:sp>
      <p:sp>
        <p:nvSpPr>
          <p:cNvPr id="33" name="Text 31"/>
          <p:cNvSpPr/>
          <p:nvPr/>
        </p:nvSpPr>
        <p:spPr>
          <a:xfrm>
            <a:off x="6309360" y="3127248"/>
            <a:ext cx="2651760" cy="347472"/>
          </a:xfrm>
          <a:prstGeom prst="rect">
            <a:avLst/>
          </a:prstGeom>
          <a:noFill/>
          <a:ln/>
        </p:spPr>
        <p:txBody>
          <a:bodyPr wrap="square" rtlCol="0" anchor="ctr"/>
          <a:lstStyle/>
          <a:p>
            <a:pPr algn="ctr" indent="0" marL="0">
              <a:buNone/>
            </a:pPr>
            <a:r>
              <a:rPr lang="en-US" sz="950" dirty="0">
                <a:solidFill>
                  <a:srgbClr val="00F5FF"/>
                </a:solidFill>
                <a:latin typeface="Courier New" pitchFamily="34" charset="0"/>
                <a:ea typeface="Courier New" pitchFamily="34" charset="-122"/>
                <a:cs typeface="Courier New" pitchFamily="34" charset="-120"/>
              </a:rPr>
              <a:t>Real-Life Case Studies</a:t>
            </a:r>
            <a:endParaRPr lang="en-US" sz="950" dirty="0"/>
          </a:p>
        </p:txBody>
      </p:sp>
      <p:sp>
        <p:nvSpPr>
          <p:cNvPr id="34" name="Shape 32"/>
          <p:cNvSpPr/>
          <p:nvPr/>
        </p:nvSpPr>
        <p:spPr>
          <a:xfrm>
            <a:off x="2743200" y="3657600"/>
            <a:ext cx="3657600" cy="1005840"/>
          </a:xfrm>
          <a:prstGeom prst="rect">
            <a:avLst/>
          </a:prstGeom>
          <a:solidFill>
            <a:srgbClr val="21262D"/>
          </a:solidFill>
          <a:ln w="12700">
            <a:solidFill>
              <a:srgbClr val="30363D"/>
            </a:solidFill>
            <a:prstDash val="solid"/>
          </a:ln>
        </p:spPr>
      </p:sp>
      <p:sp>
        <p:nvSpPr>
          <p:cNvPr id="35" name="Text 33"/>
          <p:cNvSpPr/>
          <p:nvPr/>
        </p:nvSpPr>
        <p:spPr>
          <a:xfrm>
            <a:off x="2880360" y="3730752"/>
            <a:ext cx="3383280" cy="228600"/>
          </a:xfrm>
          <a:prstGeom prst="rect">
            <a:avLst/>
          </a:prstGeom>
          <a:noFill/>
          <a:ln/>
        </p:spPr>
        <p:txBody>
          <a:bodyPr wrap="square" rtlCol="0" anchor="ctr"/>
          <a:lstStyle/>
          <a:p>
            <a:pPr indent="0" marL="0">
              <a:buNone/>
            </a:pPr>
            <a:r>
              <a:rPr lang="en-US" sz="1000" dirty="0">
                <a:solidFill>
                  <a:srgbClr val="C9D1D9"/>
                </a:solidFill>
                <a:latin typeface="Courier New" pitchFamily="34" charset="0"/>
                <a:ea typeface="Courier New" pitchFamily="34" charset="-122"/>
                <a:cs typeface="Courier New" pitchFamily="34" charset="-120"/>
              </a:rPr>
              <a:t>Student Name  :  [Your Name]</a:t>
            </a:r>
            <a:endParaRPr lang="en-US" sz="1000" dirty="0"/>
          </a:p>
        </p:txBody>
      </p:sp>
      <p:sp>
        <p:nvSpPr>
          <p:cNvPr id="36" name="Text 34"/>
          <p:cNvSpPr/>
          <p:nvPr/>
        </p:nvSpPr>
        <p:spPr>
          <a:xfrm>
            <a:off x="2880360" y="3959352"/>
            <a:ext cx="3383280" cy="228600"/>
          </a:xfrm>
          <a:prstGeom prst="rect">
            <a:avLst/>
          </a:prstGeom>
          <a:noFill/>
          <a:ln/>
        </p:spPr>
        <p:txBody>
          <a:bodyPr wrap="square" rtlCol="0" anchor="ctr"/>
          <a:lstStyle/>
          <a:p>
            <a:pPr indent="0" marL="0">
              <a:buNone/>
            </a:pPr>
            <a:r>
              <a:rPr lang="en-US" sz="1000" dirty="0">
                <a:solidFill>
                  <a:srgbClr val="C9D1D9"/>
                </a:solidFill>
                <a:latin typeface="Courier New" pitchFamily="34" charset="0"/>
                <a:ea typeface="Courier New" pitchFamily="34" charset="-122"/>
                <a:cs typeface="Courier New" pitchFamily="34" charset="-120"/>
              </a:rPr>
              <a:t>Class            :  IX  –  [Section]</a:t>
            </a:r>
            <a:endParaRPr lang="en-US" sz="1000" dirty="0"/>
          </a:p>
        </p:txBody>
      </p:sp>
      <p:sp>
        <p:nvSpPr>
          <p:cNvPr id="37" name="Text 35"/>
          <p:cNvSpPr/>
          <p:nvPr/>
        </p:nvSpPr>
        <p:spPr>
          <a:xfrm>
            <a:off x="2880360" y="4187952"/>
            <a:ext cx="3383280" cy="228600"/>
          </a:xfrm>
          <a:prstGeom prst="rect">
            <a:avLst/>
          </a:prstGeom>
          <a:noFill/>
          <a:ln/>
        </p:spPr>
        <p:txBody>
          <a:bodyPr wrap="square" rtlCol="0" anchor="ctr"/>
          <a:lstStyle/>
          <a:p>
            <a:pPr indent="0" marL="0">
              <a:buNone/>
            </a:pPr>
            <a:r>
              <a:rPr lang="en-US" sz="1000" dirty="0">
                <a:solidFill>
                  <a:srgbClr val="C9D1D9"/>
                </a:solidFill>
                <a:latin typeface="Courier New" pitchFamily="34" charset="0"/>
                <a:ea typeface="Courier New" pitchFamily="34" charset="-122"/>
                <a:cs typeface="Courier New" pitchFamily="34" charset="-120"/>
              </a:rPr>
              <a:t>Subject         :  IT-402</a:t>
            </a:r>
            <a:endParaRPr lang="en-US" sz="1000" dirty="0"/>
          </a:p>
        </p:txBody>
      </p:sp>
      <p:sp>
        <p:nvSpPr>
          <p:cNvPr id="38" name="Text 36"/>
          <p:cNvSpPr/>
          <p:nvPr/>
        </p:nvSpPr>
        <p:spPr>
          <a:xfrm>
            <a:off x="2880360" y="4416552"/>
            <a:ext cx="3383280" cy="228600"/>
          </a:xfrm>
          <a:prstGeom prst="rect">
            <a:avLst/>
          </a:prstGeom>
          <a:noFill/>
          <a:ln/>
        </p:spPr>
        <p:txBody>
          <a:bodyPr wrap="square" rtlCol="0" anchor="ctr"/>
          <a:lstStyle/>
          <a:p>
            <a:pPr indent="0" marL="0">
              <a:buNone/>
            </a:pPr>
            <a:r>
              <a:rPr lang="en-US" sz="1000" dirty="0">
                <a:solidFill>
                  <a:srgbClr val="C9D1D9"/>
                </a:solidFill>
                <a:latin typeface="Courier New" pitchFamily="34" charset="0"/>
                <a:ea typeface="Courier New" pitchFamily="34" charset="-122"/>
                <a:cs typeface="Courier New" pitchFamily="34" charset="-120"/>
              </a:rPr>
              <a:t>Year             :  2025–2026</a:t>
            </a:r>
            <a:endParaRPr lang="en-US" sz="1000" dirty="0"/>
          </a:p>
        </p:txBody>
      </p:sp>
      <p:sp>
        <p:nvSpPr>
          <p:cNvPr id="39" name="Text 37"/>
          <p:cNvSpPr/>
          <p:nvPr/>
        </p:nvSpPr>
        <p:spPr>
          <a:xfrm>
            <a:off x="457200" y="4800600"/>
            <a:ext cx="4572000" cy="228600"/>
          </a:xfrm>
          <a:prstGeom prst="rect">
            <a:avLst/>
          </a:prstGeom>
          <a:noFill/>
          <a:ln/>
        </p:spPr>
        <p:txBody>
          <a:bodyPr wrap="square" rtlCol="0" anchor="ctr"/>
          <a:lstStyle/>
          <a:p>
            <a:pPr indent="0" marL="0">
              <a:buNone/>
            </a:pPr>
            <a:r>
              <a:rPr lang="en-US" sz="800" b="1" dirty="0">
                <a:solidFill>
                  <a:srgbClr val="39FF14"/>
                </a:solidFill>
                <a:latin typeface="Courier New" pitchFamily="34" charset="0"/>
                <a:ea typeface="Courier New" pitchFamily="34" charset="-122"/>
                <a:cs typeface="Courier New" pitchFamily="34" charset="-120"/>
              </a:rPr>
              <a:t>// SUMMER VACATION PROJECT</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0A0F"/>
        </a:solidFill>
      </p:bgPr>
    </p:bg>
    <p:spTree>
      <p:nvGrpSpPr>
        <p:cNvPr id="1" name=""/>
        <p:cNvGrpSpPr/>
        <p:nvPr/>
      </p:nvGrpSpPr>
      <p:grpSpPr>
        <a:xfrm>
          <a:off x="0" y="0"/>
          <a:ext cx="0" cy="0"/>
          <a:chOff x="0" y="0"/>
          <a:chExt cx="0" cy="0"/>
        </a:xfrm>
      </p:grpSpPr>
      <p:sp>
        <p:nvSpPr>
          <p:cNvPr id="2" name="Shape 0"/>
          <p:cNvSpPr/>
          <p:nvPr/>
        </p:nvSpPr>
        <p:spPr>
          <a:xfrm>
            <a:off x="0" y="0"/>
            <a:ext cx="0" cy="5143500"/>
          </a:xfrm>
          <a:prstGeom prst="line">
            <a:avLst/>
          </a:prstGeom>
          <a:noFill/>
          <a:ln w="1905">
            <a:solidFill>
              <a:srgbClr val="00F5FF">
                <a:alpha val="15000"/>
              </a:srgbClr>
            </a:solidFill>
            <a:prstDash val="solid"/>
          </a:ln>
        </p:spPr>
      </p:sp>
      <p:sp>
        <p:nvSpPr>
          <p:cNvPr id="3" name="Shape 1"/>
          <p:cNvSpPr/>
          <p:nvPr/>
        </p:nvSpPr>
        <p:spPr>
          <a:xfrm>
            <a:off x="1005840" y="0"/>
            <a:ext cx="0" cy="5143500"/>
          </a:xfrm>
          <a:prstGeom prst="line">
            <a:avLst/>
          </a:prstGeom>
          <a:noFill/>
          <a:ln w="1905">
            <a:solidFill>
              <a:srgbClr val="00F5FF">
                <a:alpha val="15000"/>
              </a:srgbClr>
            </a:solidFill>
            <a:prstDash val="solid"/>
          </a:ln>
        </p:spPr>
      </p:sp>
      <p:sp>
        <p:nvSpPr>
          <p:cNvPr id="4" name="Shape 2"/>
          <p:cNvSpPr/>
          <p:nvPr/>
        </p:nvSpPr>
        <p:spPr>
          <a:xfrm>
            <a:off x="2011680" y="0"/>
            <a:ext cx="0" cy="5143500"/>
          </a:xfrm>
          <a:prstGeom prst="line">
            <a:avLst/>
          </a:prstGeom>
          <a:noFill/>
          <a:ln w="1905">
            <a:solidFill>
              <a:srgbClr val="00F5FF">
                <a:alpha val="15000"/>
              </a:srgbClr>
            </a:solidFill>
            <a:prstDash val="solid"/>
          </a:ln>
        </p:spPr>
      </p:sp>
      <p:sp>
        <p:nvSpPr>
          <p:cNvPr id="5" name="Shape 3"/>
          <p:cNvSpPr/>
          <p:nvPr/>
        </p:nvSpPr>
        <p:spPr>
          <a:xfrm>
            <a:off x="3017520" y="0"/>
            <a:ext cx="0" cy="5143500"/>
          </a:xfrm>
          <a:prstGeom prst="line">
            <a:avLst/>
          </a:prstGeom>
          <a:noFill/>
          <a:ln w="1905">
            <a:solidFill>
              <a:srgbClr val="00F5FF">
                <a:alpha val="15000"/>
              </a:srgbClr>
            </a:solidFill>
            <a:prstDash val="solid"/>
          </a:ln>
        </p:spPr>
      </p:sp>
      <p:sp>
        <p:nvSpPr>
          <p:cNvPr id="6" name="Shape 4"/>
          <p:cNvSpPr/>
          <p:nvPr/>
        </p:nvSpPr>
        <p:spPr>
          <a:xfrm>
            <a:off x="4023360" y="0"/>
            <a:ext cx="0" cy="5143500"/>
          </a:xfrm>
          <a:prstGeom prst="line">
            <a:avLst/>
          </a:prstGeom>
          <a:noFill/>
          <a:ln w="1905">
            <a:solidFill>
              <a:srgbClr val="00F5FF">
                <a:alpha val="15000"/>
              </a:srgbClr>
            </a:solidFill>
            <a:prstDash val="solid"/>
          </a:ln>
        </p:spPr>
      </p:sp>
      <p:sp>
        <p:nvSpPr>
          <p:cNvPr id="7" name="Shape 5"/>
          <p:cNvSpPr/>
          <p:nvPr/>
        </p:nvSpPr>
        <p:spPr>
          <a:xfrm>
            <a:off x="5029200" y="0"/>
            <a:ext cx="0" cy="5143500"/>
          </a:xfrm>
          <a:prstGeom prst="line">
            <a:avLst/>
          </a:prstGeom>
          <a:noFill/>
          <a:ln w="1905">
            <a:solidFill>
              <a:srgbClr val="00F5FF">
                <a:alpha val="15000"/>
              </a:srgbClr>
            </a:solidFill>
            <a:prstDash val="solid"/>
          </a:ln>
        </p:spPr>
      </p:sp>
      <p:sp>
        <p:nvSpPr>
          <p:cNvPr id="8" name="Shape 6"/>
          <p:cNvSpPr/>
          <p:nvPr/>
        </p:nvSpPr>
        <p:spPr>
          <a:xfrm>
            <a:off x="6035040" y="0"/>
            <a:ext cx="0" cy="5143500"/>
          </a:xfrm>
          <a:prstGeom prst="line">
            <a:avLst/>
          </a:prstGeom>
          <a:noFill/>
          <a:ln w="1905">
            <a:solidFill>
              <a:srgbClr val="00F5FF">
                <a:alpha val="15000"/>
              </a:srgbClr>
            </a:solidFill>
            <a:prstDash val="solid"/>
          </a:ln>
        </p:spPr>
      </p:sp>
      <p:sp>
        <p:nvSpPr>
          <p:cNvPr id="9" name="Shape 7"/>
          <p:cNvSpPr/>
          <p:nvPr/>
        </p:nvSpPr>
        <p:spPr>
          <a:xfrm>
            <a:off x="7040880" y="0"/>
            <a:ext cx="0" cy="5143500"/>
          </a:xfrm>
          <a:prstGeom prst="line">
            <a:avLst/>
          </a:prstGeom>
          <a:noFill/>
          <a:ln w="1905">
            <a:solidFill>
              <a:srgbClr val="00F5FF">
                <a:alpha val="15000"/>
              </a:srgbClr>
            </a:solidFill>
            <a:prstDash val="solid"/>
          </a:ln>
        </p:spPr>
      </p:sp>
      <p:sp>
        <p:nvSpPr>
          <p:cNvPr id="10" name="Shape 8"/>
          <p:cNvSpPr/>
          <p:nvPr/>
        </p:nvSpPr>
        <p:spPr>
          <a:xfrm>
            <a:off x="8046720" y="0"/>
            <a:ext cx="0" cy="5143500"/>
          </a:xfrm>
          <a:prstGeom prst="line">
            <a:avLst/>
          </a:prstGeom>
          <a:noFill/>
          <a:ln w="1905">
            <a:solidFill>
              <a:srgbClr val="00F5FF">
                <a:alpha val="15000"/>
              </a:srgbClr>
            </a:solidFill>
            <a:prstDash val="solid"/>
          </a:ln>
        </p:spPr>
      </p:sp>
      <p:sp>
        <p:nvSpPr>
          <p:cNvPr id="11" name="Shape 9"/>
          <p:cNvSpPr/>
          <p:nvPr/>
        </p:nvSpPr>
        <p:spPr>
          <a:xfrm>
            <a:off x="9052560" y="0"/>
            <a:ext cx="0" cy="5143500"/>
          </a:xfrm>
          <a:prstGeom prst="line">
            <a:avLst/>
          </a:prstGeom>
          <a:noFill/>
          <a:ln w="1905">
            <a:solidFill>
              <a:srgbClr val="00F5FF">
                <a:alpha val="15000"/>
              </a:srgbClr>
            </a:solidFill>
            <a:prstDash val="solid"/>
          </a:ln>
        </p:spPr>
      </p:sp>
      <p:sp>
        <p:nvSpPr>
          <p:cNvPr id="12" name="Shape 10"/>
          <p:cNvSpPr/>
          <p:nvPr/>
        </p:nvSpPr>
        <p:spPr>
          <a:xfrm>
            <a:off x="0" y="0"/>
            <a:ext cx="9144000" cy="0"/>
          </a:xfrm>
          <a:prstGeom prst="line">
            <a:avLst/>
          </a:prstGeom>
          <a:noFill/>
          <a:ln w="1905">
            <a:solidFill>
              <a:srgbClr val="00F5FF">
                <a:alpha val="15000"/>
              </a:srgbClr>
            </a:solidFill>
            <a:prstDash val="solid"/>
          </a:ln>
        </p:spPr>
      </p:sp>
      <p:sp>
        <p:nvSpPr>
          <p:cNvPr id="13" name="Shape 11"/>
          <p:cNvSpPr/>
          <p:nvPr/>
        </p:nvSpPr>
        <p:spPr>
          <a:xfrm>
            <a:off x="0" y="914400"/>
            <a:ext cx="9144000" cy="0"/>
          </a:xfrm>
          <a:prstGeom prst="line">
            <a:avLst/>
          </a:prstGeom>
          <a:noFill/>
          <a:ln w="1905">
            <a:solidFill>
              <a:srgbClr val="00F5FF">
                <a:alpha val="15000"/>
              </a:srgbClr>
            </a:solidFill>
            <a:prstDash val="solid"/>
          </a:ln>
        </p:spPr>
      </p:sp>
      <p:sp>
        <p:nvSpPr>
          <p:cNvPr id="14" name="Shape 12"/>
          <p:cNvSpPr/>
          <p:nvPr/>
        </p:nvSpPr>
        <p:spPr>
          <a:xfrm>
            <a:off x="0" y="1828800"/>
            <a:ext cx="9144000" cy="0"/>
          </a:xfrm>
          <a:prstGeom prst="line">
            <a:avLst/>
          </a:prstGeom>
          <a:noFill/>
          <a:ln w="1905">
            <a:solidFill>
              <a:srgbClr val="00F5FF">
                <a:alpha val="15000"/>
              </a:srgbClr>
            </a:solidFill>
            <a:prstDash val="solid"/>
          </a:ln>
        </p:spPr>
      </p:sp>
      <p:sp>
        <p:nvSpPr>
          <p:cNvPr id="15" name="Shape 13"/>
          <p:cNvSpPr/>
          <p:nvPr/>
        </p:nvSpPr>
        <p:spPr>
          <a:xfrm>
            <a:off x="0" y="2743200"/>
            <a:ext cx="9144000" cy="0"/>
          </a:xfrm>
          <a:prstGeom prst="line">
            <a:avLst/>
          </a:prstGeom>
          <a:noFill/>
          <a:ln w="1905">
            <a:solidFill>
              <a:srgbClr val="00F5FF">
                <a:alpha val="15000"/>
              </a:srgbClr>
            </a:solidFill>
            <a:prstDash val="solid"/>
          </a:ln>
        </p:spPr>
      </p:sp>
      <p:sp>
        <p:nvSpPr>
          <p:cNvPr id="16" name="Shape 14"/>
          <p:cNvSpPr/>
          <p:nvPr/>
        </p:nvSpPr>
        <p:spPr>
          <a:xfrm>
            <a:off x="0" y="3657600"/>
            <a:ext cx="9144000" cy="0"/>
          </a:xfrm>
          <a:prstGeom prst="line">
            <a:avLst/>
          </a:prstGeom>
          <a:noFill/>
          <a:ln w="1905">
            <a:solidFill>
              <a:srgbClr val="00F5FF">
                <a:alpha val="15000"/>
              </a:srgbClr>
            </a:solidFill>
            <a:prstDash val="solid"/>
          </a:ln>
        </p:spPr>
      </p:sp>
      <p:sp>
        <p:nvSpPr>
          <p:cNvPr id="17" name="Shape 15"/>
          <p:cNvSpPr/>
          <p:nvPr/>
        </p:nvSpPr>
        <p:spPr>
          <a:xfrm>
            <a:off x="0" y="4572000"/>
            <a:ext cx="9144000" cy="0"/>
          </a:xfrm>
          <a:prstGeom prst="line">
            <a:avLst/>
          </a:prstGeom>
          <a:noFill/>
          <a:ln w="1905">
            <a:solidFill>
              <a:srgbClr val="00F5FF">
                <a:alpha val="15000"/>
              </a:srgbClr>
            </a:solidFill>
            <a:prstDash val="solid"/>
          </a:ln>
        </p:spPr>
      </p:sp>
      <p:sp>
        <p:nvSpPr>
          <p:cNvPr id="18" name="Shape 16"/>
          <p:cNvSpPr/>
          <p:nvPr/>
        </p:nvSpPr>
        <p:spPr>
          <a:xfrm>
            <a:off x="0" y="0"/>
            <a:ext cx="9144000" cy="73152"/>
          </a:xfrm>
          <a:prstGeom prst="rect">
            <a:avLst/>
          </a:prstGeom>
          <a:solidFill>
            <a:srgbClr val="00F5FF"/>
          </a:solidFill>
          <a:ln w="12700">
            <a:solidFill>
              <a:srgbClr val="00F5FF"/>
            </a:solidFill>
            <a:prstDash val="solid"/>
          </a:ln>
        </p:spPr>
      </p:sp>
      <p:sp>
        <p:nvSpPr>
          <p:cNvPr id="19" name="Shape 17"/>
          <p:cNvSpPr/>
          <p:nvPr/>
        </p:nvSpPr>
        <p:spPr>
          <a:xfrm>
            <a:off x="0" y="5070348"/>
            <a:ext cx="9144000" cy="73152"/>
          </a:xfrm>
          <a:prstGeom prst="rect">
            <a:avLst/>
          </a:prstGeom>
          <a:solidFill>
            <a:srgbClr val="00F5FF"/>
          </a:solidFill>
          <a:ln w="12700">
            <a:solidFill>
              <a:srgbClr val="00F5FF"/>
            </a:solidFill>
            <a:prstDash val="solid"/>
          </a:ln>
        </p:spPr>
      </p:sp>
      <p:sp>
        <p:nvSpPr>
          <p:cNvPr id="20" name="Shape 18"/>
          <p:cNvSpPr/>
          <p:nvPr/>
        </p:nvSpPr>
        <p:spPr>
          <a:xfrm>
            <a:off x="320040" y="164592"/>
            <a:ext cx="45720" cy="384048"/>
          </a:xfrm>
          <a:prstGeom prst="rect">
            <a:avLst/>
          </a:prstGeom>
          <a:solidFill>
            <a:srgbClr val="00F5FF"/>
          </a:solidFill>
          <a:ln w="12700">
            <a:solidFill>
              <a:srgbClr val="00F5FF"/>
            </a:solidFill>
            <a:prstDash val="solid"/>
          </a:ln>
        </p:spPr>
      </p:sp>
      <p:sp>
        <p:nvSpPr>
          <p:cNvPr id="21" name="Text 19"/>
          <p:cNvSpPr/>
          <p:nvPr/>
        </p:nvSpPr>
        <p:spPr>
          <a:xfrm>
            <a:off x="457200" y="155448"/>
            <a:ext cx="5486400" cy="411480"/>
          </a:xfrm>
          <a:prstGeom prst="rect">
            <a:avLst/>
          </a:prstGeom>
          <a:noFill/>
          <a:ln/>
        </p:spPr>
        <p:txBody>
          <a:bodyPr wrap="square" rtlCol="0" anchor="ctr"/>
          <a:lstStyle/>
          <a:p>
            <a:pPr indent="0" marL="0">
              <a:buNone/>
            </a:pPr>
            <a:r>
              <a:rPr lang="en-US" sz="1100" b="1" spc="300" kern="0" dirty="0">
                <a:solidFill>
                  <a:srgbClr val="00F5FF"/>
                </a:solidFill>
                <a:latin typeface="Courier New" pitchFamily="34" charset="0"/>
                <a:ea typeface="Courier New" pitchFamily="34" charset="-122"/>
                <a:cs typeface="Courier New" pitchFamily="34" charset="-120"/>
              </a:rPr>
              <a:t>TABLE OF CONTENTS</a:t>
            </a:r>
            <a:endParaRPr lang="en-US" sz="1100" dirty="0"/>
          </a:p>
        </p:txBody>
      </p:sp>
      <p:sp>
        <p:nvSpPr>
          <p:cNvPr id="22" name="Text 20"/>
          <p:cNvSpPr/>
          <p:nvPr/>
        </p:nvSpPr>
        <p:spPr>
          <a:xfrm>
            <a:off x="8046720" y="4828032"/>
            <a:ext cx="914400" cy="228600"/>
          </a:xfrm>
          <a:prstGeom prst="rect">
            <a:avLst/>
          </a:prstGeom>
          <a:noFill/>
          <a:ln/>
        </p:spPr>
        <p:txBody>
          <a:bodyPr wrap="square" rtlCol="0" anchor="ctr"/>
          <a:lstStyle/>
          <a:p>
            <a:pPr algn="r" indent="0" marL="0">
              <a:buNone/>
            </a:pPr>
            <a:r>
              <a:rPr lang="en-US" sz="900" dirty="0">
                <a:solidFill>
                  <a:srgbClr val="8B949E"/>
                </a:solidFill>
                <a:latin typeface="Courier New" pitchFamily="34" charset="0"/>
                <a:ea typeface="Courier New" pitchFamily="34" charset="-122"/>
                <a:cs typeface="Courier New" pitchFamily="34" charset="-120"/>
              </a:rPr>
              <a:t>02 / 12</a:t>
            </a:r>
            <a:endParaRPr lang="en-US" sz="900" dirty="0"/>
          </a:p>
        </p:txBody>
      </p:sp>
      <p:sp>
        <p:nvSpPr>
          <p:cNvPr id="23" name="Text 21"/>
          <p:cNvSpPr/>
          <p:nvPr/>
        </p:nvSpPr>
        <p:spPr>
          <a:xfrm>
            <a:off x="320040" y="502920"/>
            <a:ext cx="4572000" cy="548640"/>
          </a:xfrm>
          <a:prstGeom prst="rect">
            <a:avLst/>
          </a:prstGeom>
          <a:noFill/>
          <a:ln/>
        </p:spPr>
        <p:txBody>
          <a:bodyPr wrap="square" rtlCol="0" anchor="ctr"/>
          <a:lstStyle/>
          <a:p>
            <a:pPr indent="0" marL="0">
              <a:buNone/>
            </a:pPr>
            <a:r>
              <a:rPr lang="en-US" sz="3200" b="1" dirty="0">
                <a:solidFill>
                  <a:srgbClr val="FFFFFF"/>
                </a:solidFill>
                <a:latin typeface="Arial Black" pitchFamily="34" charset="0"/>
                <a:ea typeface="Arial Black" pitchFamily="34" charset="-122"/>
                <a:cs typeface="Arial Black" pitchFamily="34" charset="-120"/>
              </a:rPr>
              <a:t>Index</a:t>
            </a:r>
            <a:endParaRPr lang="en-US" sz="3200" dirty="0"/>
          </a:p>
        </p:txBody>
      </p:sp>
      <p:sp>
        <p:nvSpPr>
          <p:cNvPr id="24" name="Shape 22"/>
          <p:cNvSpPr/>
          <p:nvPr/>
        </p:nvSpPr>
        <p:spPr>
          <a:xfrm>
            <a:off x="320040" y="1188720"/>
            <a:ext cx="4160520" cy="749808"/>
          </a:xfrm>
          <a:prstGeom prst="rect">
            <a:avLst/>
          </a:prstGeom>
          <a:solidFill>
            <a:srgbClr val="21262D"/>
          </a:solidFill>
          <a:ln w="12700">
            <a:solidFill>
              <a:srgbClr val="00F5FF"/>
            </a:solidFill>
            <a:prstDash val="solid"/>
          </a:ln>
        </p:spPr>
      </p:sp>
      <p:sp>
        <p:nvSpPr>
          <p:cNvPr id="25" name="Shape 23"/>
          <p:cNvSpPr/>
          <p:nvPr/>
        </p:nvSpPr>
        <p:spPr>
          <a:xfrm>
            <a:off x="320040" y="1188720"/>
            <a:ext cx="502920" cy="749808"/>
          </a:xfrm>
          <a:prstGeom prst="rect">
            <a:avLst/>
          </a:prstGeom>
          <a:solidFill>
            <a:srgbClr val="00F5FF"/>
          </a:solidFill>
          <a:ln w="12700">
            <a:solidFill>
              <a:srgbClr val="00F5FF"/>
            </a:solidFill>
            <a:prstDash val="solid"/>
          </a:ln>
        </p:spPr>
      </p:sp>
      <p:sp>
        <p:nvSpPr>
          <p:cNvPr id="26" name="Text 24"/>
          <p:cNvSpPr/>
          <p:nvPr/>
        </p:nvSpPr>
        <p:spPr>
          <a:xfrm>
            <a:off x="320040" y="1188720"/>
            <a:ext cx="502920" cy="749808"/>
          </a:xfrm>
          <a:prstGeom prst="rect">
            <a:avLst/>
          </a:prstGeom>
          <a:noFill/>
          <a:ln/>
        </p:spPr>
        <p:txBody>
          <a:bodyPr wrap="square" rtlCol="0" anchor="ctr"/>
          <a:lstStyle/>
          <a:p>
            <a:pPr algn="ctr" indent="0" marL="0">
              <a:buNone/>
            </a:pPr>
            <a:r>
              <a:rPr lang="en-US" sz="1600" b="1" dirty="0">
                <a:solidFill>
                  <a:srgbClr val="0A0A0F"/>
                </a:solidFill>
                <a:latin typeface="Arial Black" pitchFamily="34" charset="0"/>
                <a:ea typeface="Arial Black" pitchFamily="34" charset="-122"/>
                <a:cs typeface="Arial Black" pitchFamily="34" charset="-120"/>
              </a:rPr>
              <a:t>01</a:t>
            </a:r>
            <a:endParaRPr lang="en-US" sz="1600" dirty="0"/>
          </a:p>
        </p:txBody>
      </p:sp>
      <p:sp>
        <p:nvSpPr>
          <p:cNvPr id="27" name="Text 25"/>
          <p:cNvSpPr/>
          <p:nvPr/>
        </p:nvSpPr>
        <p:spPr>
          <a:xfrm>
            <a:off x="914400" y="1261872"/>
            <a:ext cx="3017520" cy="384048"/>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Introduction to Cyber Security</a:t>
            </a:r>
            <a:endParaRPr lang="en-US" sz="1200" dirty="0"/>
          </a:p>
        </p:txBody>
      </p:sp>
      <p:sp>
        <p:nvSpPr>
          <p:cNvPr id="28" name="Text 26"/>
          <p:cNvSpPr/>
          <p:nvPr/>
        </p:nvSpPr>
        <p:spPr>
          <a:xfrm>
            <a:off x="914400" y="1645920"/>
            <a:ext cx="3017520" cy="228600"/>
          </a:xfrm>
          <a:prstGeom prst="rect">
            <a:avLst/>
          </a:prstGeom>
          <a:noFill/>
          <a:ln/>
        </p:spPr>
        <p:txBody>
          <a:bodyPr wrap="square" rtlCol="0" anchor="ctr"/>
          <a:lstStyle/>
          <a:p>
            <a:pPr indent="0" marL="0">
              <a:buNone/>
            </a:pPr>
            <a:r>
              <a:rPr lang="en-US" sz="900" dirty="0">
                <a:solidFill>
                  <a:srgbClr val="00F5FF"/>
                </a:solidFill>
                <a:latin typeface="Courier New" pitchFamily="34" charset="0"/>
                <a:ea typeface="Courier New" pitchFamily="34" charset="-122"/>
                <a:cs typeface="Courier New" pitchFamily="34" charset="-120"/>
              </a:rPr>
              <a:t>pg. 03</a:t>
            </a:r>
            <a:endParaRPr lang="en-US" sz="900" dirty="0"/>
          </a:p>
        </p:txBody>
      </p:sp>
      <p:sp>
        <p:nvSpPr>
          <p:cNvPr id="29" name="Shape 27"/>
          <p:cNvSpPr/>
          <p:nvPr/>
        </p:nvSpPr>
        <p:spPr>
          <a:xfrm>
            <a:off x="4800600" y="1188720"/>
            <a:ext cx="4160520" cy="749808"/>
          </a:xfrm>
          <a:prstGeom prst="rect">
            <a:avLst/>
          </a:prstGeom>
          <a:solidFill>
            <a:srgbClr val="21262D"/>
          </a:solidFill>
          <a:ln w="12700">
            <a:solidFill>
              <a:srgbClr val="39FF14"/>
            </a:solidFill>
            <a:prstDash val="solid"/>
          </a:ln>
        </p:spPr>
      </p:sp>
      <p:sp>
        <p:nvSpPr>
          <p:cNvPr id="30" name="Shape 28"/>
          <p:cNvSpPr/>
          <p:nvPr/>
        </p:nvSpPr>
        <p:spPr>
          <a:xfrm>
            <a:off x="4800600" y="1188720"/>
            <a:ext cx="502920" cy="749808"/>
          </a:xfrm>
          <a:prstGeom prst="rect">
            <a:avLst/>
          </a:prstGeom>
          <a:solidFill>
            <a:srgbClr val="39FF14"/>
          </a:solidFill>
          <a:ln w="12700">
            <a:solidFill>
              <a:srgbClr val="39FF14"/>
            </a:solidFill>
            <a:prstDash val="solid"/>
          </a:ln>
        </p:spPr>
      </p:sp>
      <p:sp>
        <p:nvSpPr>
          <p:cNvPr id="31" name="Text 29"/>
          <p:cNvSpPr/>
          <p:nvPr/>
        </p:nvSpPr>
        <p:spPr>
          <a:xfrm>
            <a:off x="4800600" y="1188720"/>
            <a:ext cx="502920" cy="749808"/>
          </a:xfrm>
          <a:prstGeom prst="rect">
            <a:avLst/>
          </a:prstGeom>
          <a:noFill/>
          <a:ln/>
        </p:spPr>
        <p:txBody>
          <a:bodyPr wrap="square" rtlCol="0" anchor="ctr"/>
          <a:lstStyle/>
          <a:p>
            <a:pPr algn="ctr" indent="0" marL="0">
              <a:buNone/>
            </a:pPr>
            <a:r>
              <a:rPr lang="en-US" sz="1600" b="1" dirty="0">
                <a:solidFill>
                  <a:srgbClr val="0A0A0F"/>
                </a:solidFill>
                <a:latin typeface="Arial Black" pitchFamily="34" charset="0"/>
                <a:ea typeface="Arial Black" pitchFamily="34" charset="-122"/>
                <a:cs typeface="Arial Black" pitchFamily="34" charset="-120"/>
              </a:rPr>
              <a:t>02</a:t>
            </a:r>
            <a:endParaRPr lang="en-US" sz="1600" dirty="0"/>
          </a:p>
        </p:txBody>
      </p:sp>
      <p:sp>
        <p:nvSpPr>
          <p:cNvPr id="32" name="Text 30"/>
          <p:cNvSpPr/>
          <p:nvPr/>
        </p:nvSpPr>
        <p:spPr>
          <a:xfrm>
            <a:off x="5394960" y="1261872"/>
            <a:ext cx="3017520" cy="384048"/>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What is Cybercrime?</a:t>
            </a:r>
            <a:endParaRPr lang="en-US" sz="1200" dirty="0"/>
          </a:p>
        </p:txBody>
      </p:sp>
      <p:sp>
        <p:nvSpPr>
          <p:cNvPr id="33" name="Text 31"/>
          <p:cNvSpPr/>
          <p:nvPr/>
        </p:nvSpPr>
        <p:spPr>
          <a:xfrm>
            <a:off x="5394960" y="1645920"/>
            <a:ext cx="3017520" cy="228600"/>
          </a:xfrm>
          <a:prstGeom prst="rect">
            <a:avLst/>
          </a:prstGeom>
          <a:noFill/>
          <a:ln/>
        </p:spPr>
        <p:txBody>
          <a:bodyPr wrap="square" rtlCol="0" anchor="ctr"/>
          <a:lstStyle/>
          <a:p>
            <a:pPr indent="0" marL="0">
              <a:buNone/>
            </a:pPr>
            <a:r>
              <a:rPr lang="en-US" sz="900" dirty="0">
                <a:solidFill>
                  <a:srgbClr val="39FF14"/>
                </a:solidFill>
                <a:latin typeface="Courier New" pitchFamily="34" charset="0"/>
                <a:ea typeface="Courier New" pitchFamily="34" charset="-122"/>
                <a:cs typeface="Courier New" pitchFamily="34" charset="-120"/>
              </a:rPr>
              <a:t>pg. 04</a:t>
            </a:r>
            <a:endParaRPr lang="en-US" sz="900" dirty="0"/>
          </a:p>
        </p:txBody>
      </p:sp>
      <p:sp>
        <p:nvSpPr>
          <p:cNvPr id="34" name="Shape 32"/>
          <p:cNvSpPr/>
          <p:nvPr/>
        </p:nvSpPr>
        <p:spPr>
          <a:xfrm>
            <a:off x="320040" y="2084832"/>
            <a:ext cx="4160520" cy="749808"/>
          </a:xfrm>
          <a:prstGeom prst="rect">
            <a:avLst/>
          </a:prstGeom>
          <a:solidFill>
            <a:srgbClr val="21262D"/>
          </a:solidFill>
          <a:ln w="12700">
            <a:solidFill>
              <a:srgbClr val="FF8C00"/>
            </a:solidFill>
            <a:prstDash val="solid"/>
          </a:ln>
        </p:spPr>
      </p:sp>
      <p:sp>
        <p:nvSpPr>
          <p:cNvPr id="35" name="Shape 33"/>
          <p:cNvSpPr/>
          <p:nvPr/>
        </p:nvSpPr>
        <p:spPr>
          <a:xfrm>
            <a:off x="320040" y="2084832"/>
            <a:ext cx="502920" cy="749808"/>
          </a:xfrm>
          <a:prstGeom prst="rect">
            <a:avLst/>
          </a:prstGeom>
          <a:solidFill>
            <a:srgbClr val="FF8C00"/>
          </a:solidFill>
          <a:ln w="12700">
            <a:solidFill>
              <a:srgbClr val="FF8C00"/>
            </a:solidFill>
            <a:prstDash val="solid"/>
          </a:ln>
        </p:spPr>
      </p:sp>
      <p:sp>
        <p:nvSpPr>
          <p:cNvPr id="36" name="Text 34"/>
          <p:cNvSpPr/>
          <p:nvPr/>
        </p:nvSpPr>
        <p:spPr>
          <a:xfrm>
            <a:off x="320040" y="2084832"/>
            <a:ext cx="502920" cy="749808"/>
          </a:xfrm>
          <a:prstGeom prst="rect">
            <a:avLst/>
          </a:prstGeom>
          <a:noFill/>
          <a:ln/>
        </p:spPr>
        <p:txBody>
          <a:bodyPr wrap="square" rtlCol="0" anchor="ctr"/>
          <a:lstStyle/>
          <a:p>
            <a:pPr algn="ctr" indent="0" marL="0">
              <a:buNone/>
            </a:pPr>
            <a:r>
              <a:rPr lang="en-US" sz="1600" b="1" dirty="0">
                <a:solidFill>
                  <a:srgbClr val="0A0A0F"/>
                </a:solidFill>
                <a:latin typeface="Arial Black" pitchFamily="34" charset="0"/>
                <a:ea typeface="Arial Black" pitchFamily="34" charset="-122"/>
                <a:cs typeface="Arial Black" pitchFamily="34" charset="-120"/>
              </a:rPr>
              <a:t>03</a:t>
            </a:r>
            <a:endParaRPr lang="en-US" sz="1600" dirty="0"/>
          </a:p>
        </p:txBody>
      </p:sp>
      <p:sp>
        <p:nvSpPr>
          <p:cNvPr id="37" name="Text 35"/>
          <p:cNvSpPr/>
          <p:nvPr/>
        </p:nvSpPr>
        <p:spPr>
          <a:xfrm>
            <a:off x="914400" y="2157984"/>
            <a:ext cx="3017520" cy="384048"/>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Types of Cyber Threats</a:t>
            </a:r>
            <a:endParaRPr lang="en-US" sz="1200" dirty="0"/>
          </a:p>
        </p:txBody>
      </p:sp>
      <p:sp>
        <p:nvSpPr>
          <p:cNvPr id="38" name="Text 36"/>
          <p:cNvSpPr/>
          <p:nvPr/>
        </p:nvSpPr>
        <p:spPr>
          <a:xfrm>
            <a:off x="914400" y="2542032"/>
            <a:ext cx="3017520" cy="228600"/>
          </a:xfrm>
          <a:prstGeom prst="rect">
            <a:avLst/>
          </a:prstGeom>
          <a:noFill/>
          <a:ln/>
        </p:spPr>
        <p:txBody>
          <a:bodyPr wrap="square" rtlCol="0" anchor="ctr"/>
          <a:lstStyle/>
          <a:p>
            <a:pPr indent="0" marL="0">
              <a:buNone/>
            </a:pPr>
            <a:r>
              <a:rPr lang="en-US" sz="900" dirty="0">
                <a:solidFill>
                  <a:srgbClr val="FF8C00"/>
                </a:solidFill>
                <a:latin typeface="Courier New" pitchFamily="34" charset="0"/>
                <a:ea typeface="Courier New" pitchFamily="34" charset="-122"/>
                <a:cs typeface="Courier New" pitchFamily="34" charset="-120"/>
              </a:rPr>
              <a:t>pg. 05</a:t>
            </a:r>
            <a:endParaRPr lang="en-US" sz="900" dirty="0"/>
          </a:p>
        </p:txBody>
      </p:sp>
      <p:sp>
        <p:nvSpPr>
          <p:cNvPr id="39" name="Shape 37"/>
          <p:cNvSpPr/>
          <p:nvPr/>
        </p:nvSpPr>
        <p:spPr>
          <a:xfrm>
            <a:off x="4800600" y="2084832"/>
            <a:ext cx="4160520" cy="749808"/>
          </a:xfrm>
          <a:prstGeom prst="rect">
            <a:avLst/>
          </a:prstGeom>
          <a:solidFill>
            <a:srgbClr val="21262D"/>
          </a:solidFill>
          <a:ln w="12700">
            <a:solidFill>
              <a:srgbClr val="FF3333"/>
            </a:solidFill>
            <a:prstDash val="solid"/>
          </a:ln>
        </p:spPr>
      </p:sp>
      <p:sp>
        <p:nvSpPr>
          <p:cNvPr id="40" name="Shape 38"/>
          <p:cNvSpPr/>
          <p:nvPr/>
        </p:nvSpPr>
        <p:spPr>
          <a:xfrm>
            <a:off x="4800600" y="2084832"/>
            <a:ext cx="502920" cy="749808"/>
          </a:xfrm>
          <a:prstGeom prst="rect">
            <a:avLst/>
          </a:prstGeom>
          <a:solidFill>
            <a:srgbClr val="FF3333"/>
          </a:solidFill>
          <a:ln w="12700">
            <a:solidFill>
              <a:srgbClr val="FF3333"/>
            </a:solidFill>
            <a:prstDash val="solid"/>
          </a:ln>
        </p:spPr>
      </p:sp>
      <p:sp>
        <p:nvSpPr>
          <p:cNvPr id="41" name="Text 39"/>
          <p:cNvSpPr/>
          <p:nvPr/>
        </p:nvSpPr>
        <p:spPr>
          <a:xfrm>
            <a:off x="4800600" y="2084832"/>
            <a:ext cx="502920" cy="749808"/>
          </a:xfrm>
          <a:prstGeom prst="rect">
            <a:avLst/>
          </a:prstGeom>
          <a:noFill/>
          <a:ln/>
        </p:spPr>
        <p:txBody>
          <a:bodyPr wrap="square" rtlCol="0" anchor="ctr"/>
          <a:lstStyle/>
          <a:p>
            <a:pPr algn="ctr" indent="0" marL="0">
              <a:buNone/>
            </a:pPr>
            <a:r>
              <a:rPr lang="en-US" sz="1600" b="1" dirty="0">
                <a:solidFill>
                  <a:srgbClr val="0A0A0F"/>
                </a:solidFill>
                <a:latin typeface="Arial Black" pitchFamily="34" charset="0"/>
                <a:ea typeface="Arial Black" pitchFamily="34" charset="-122"/>
                <a:cs typeface="Arial Black" pitchFamily="34" charset="-120"/>
              </a:rPr>
              <a:t>04</a:t>
            </a:r>
            <a:endParaRPr lang="en-US" sz="1600" dirty="0"/>
          </a:p>
        </p:txBody>
      </p:sp>
      <p:sp>
        <p:nvSpPr>
          <p:cNvPr id="42" name="Text 40"/>
          <p:cNvSpPr/>
          <p:nvPr/>
        </p:nvSpPr>
        <p:spPr>
          <a:xfrm>
            <a:off x="5394960" y="2157984"/>
            <a:ext cx="3017520" cy="384048"/>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Common Cyber Attack Methods</a:t>
            </a:r>
            <a:endParaRPr lang="en-US" sz="1200" dirty="0"/>
          </a:p>
        </p:txBody>
      </p:sp>
      <p:sp>
        <p:nvSpPr>
          <p:cNvPr id="43" name="Text 41"/>
          <p:cNvSpPr/>
          <p:nvPr/>
        </p:nvSpPr>
        <p:spPr>
          <a:xfrm>
            <a:off x="5394960" y="2542032"/>
            <a:ext cx="3017520" cy="228600"/>
          </a:xfrm>
          <a:prstGeom prst="rect">
            <a:avLst/>
          </a:prstGeom>
          <a:noFill/>
          <a:ln/>
        </p:spPr>
        <p:txBody>
          <a:bodyPr wrap="square" rtlCol="0" anchor="ctr"/>
          <a:lstStyle/>
          <a:p>
            <a:pPr indent="0" marL="0">
              <a:buNone/>
            </a:pPr>
            <a:r>
              <a:rPr lang="en-US" sz="900" dirty="0">
                <a:solidFill>
                  <a:srgbClr val="FF3333"/>
                </a:solidFill>
                <a:latin typeface="Courier New" pitchFamily="34" charset="0"/>
                <a:ea typeface="Courier New" pitchFamily="34" charset="-122"/>
                <a:cs typeface="Courier New" pitchFamily="34" charset="-120"/>
              </a:rPr>
              <a:t>pg. 06</a:t>
            </a:r>
            <a:endParaRPr lang="en-US" sz="900" dirty="0"/>
          </a:p>
        </p:txBody>
      </p:sp>
      <p:sp>
        <p:nvSpPr>
          <p:cNvPr id="44" name="Shape 42"/>
          <p:cNvSpPr/>
          <p:nvPr/>
        </p:nvSpPr>
        <p:spPr>
          <a:xfrm>
            <a:off x="320040" y="2980944"/>
            <a:ext cx="4160520" cy="749808"/>
          </a:xfrm>
          <a:prstGeom prst="rect">
            <a:avLst/>
          </a:prstGeom>
          <a:solidFill>
            <a:srgbClr val="21262D"/>
          </a:solidFill>
          <a:ln w="12700">
            <a:solidFill>
              <a:srgbClr val="00F5FF"/>
            </a:solidFill>
            <a:prstDash val="solid"/>
          </a:ln>
        </p:spPr>
      </p:sp>
      <p:sp>
        <p:nvSpPr>
          <p:cNvPr id="45" name="Shape 43"/>
          <p:cNvSpPr/>
          <p:nvPr/>
        </p:nvSpPr>
        <p:spPr>
          <a:xfrm>
            <a:off x="320040" y="2980944"/>
            <a:ext cx="502920" cy="749808"/>
          </a:xfrm>
          <a:prstGeom prst="rect">
            <a:avLst/>
          </a:prstGeom>
          <a:solidFill>
            <a:srgbClr val="00F5FF"/>
          </a:solidFill>
          <a:ln w="12700">
            <a:solidFill>
              <a:srgbClr val="00F5FF"/>
            </a:solidFill>
            <a:prstDash val="solid"/>
          </a:ln>
        </p:spPr>
      </p:sp>
      <p:sp>
        <p:nvSpPr>
          <p:cNvPr id="46" name="Text 44"/>
          <p:cNvSpPr/>
          <p:nvPr/>
        </p:nvSpPr>
        <p:spPr>
          <a:xfrm>
            <a:off x="320040" y="2980944"/>
            <a:ext cx="502920" cy="749808"/>
          </a:xfrm>
          <a:prstGeom prst="rect">
            <a:avLst/>
          </a:prstGeom>
          <a:noFill/>
          <a:ln/>
        </p:spPr>
        <p:txBody>
          <a:bodyPr wrap="square" rtlCol="0" anchor="ctr"/>
          <a:lstStyle/>
          <a:p>
            <a:pPr algn="ctr" indent="0" marL="0">
              <a:buNone/>
            </a:pPr>
            <a:r>
              <a:rPr lang="en-US" sz="1600" b="1" dirty="0">
                <a:solidFill>
                  <a:srgbClr val="0A0A0F"/>
                </a:solidFill>
                <a:latin typeface="Arial Black" pitchFamily="34" charset="0"/>
                <a:ea typeface="Arial Black" pitchFamily="34" charset="-122"/>
                <a:cs typeface="Arial Black" pitchFamily="34" charset="-120"/>
              </a:rPr>
              <a:t>05</a:t>
            </a:r>
            <a:endParaRPr lang="en-US" sz="1600" dirty="0"/>
          </a:p>
        </p:txBody>
      </p:sp>
      <p:sp>
        <p:nvSpPr>
          <p:cNvPr id="47" name="Text 45"/>
          <p:cNvSpPr/>
          <p:nvPr/>
        </p:nvSpPr>
        <p:spPr>
          <a:xfrm>
            <a:off x="914400" y="3054096"/>
            <a:ext cx="3017520" cy="384048"/>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Preventive Measures</a:t>
            </a:r>
            <a:endParaRPr lang="en-US" sz="1200" dirty="0"/>
          </a:p>
        </p:txBody>
      </p:sp>
      <p:sp>
        <p:nvSpPr>
          <p:cNvPr id="48" name="Text 46"/>
          <p:cNvSpPr/>
          <p:nvPr/>
        </p:nvSpPr>
        <p:spPr>
          <a:xfrm>
            <a:off x="914400" y="3438144"/>
            <a:ext cx="3017520" cy="228600"/>
          </a:xfrm>
          <a:prstGeom prst="rect">
            <a:avLst/>
          </a:prstGeom>
          <a:noFill/>
          <a:ln/>
        </p:spPr>
        <p:txBody>
          <a:bodyPr wrap="square" rtlCol="0" anchor="ctr"/>
          <a:lstStyle/>
          <a:p>
            <a:pPr indent="0" marL="0">
              <a:buNone/>
            </a:pPr>
            <a:r>
              <a:rPr lang="en-US" sz="900" dirty="0">
                <a:solidFill>
                  <a:srgbClr val="00F5FF"/>
                </a:solidFill>
                <a:latin typeface="Courier New" pitchFamily="34" charset="0"/>
                <a:ea typeface="Courier New" pitchFamily="34" charset="-122"/>
                <a:cs typeface="Courier New" pitchFamily="34" charset="-120"/>
              </a:rPr>
              <a:t>pg. 07</a:t>
            </a:r>
            <a:endParaRPr lang="en-US" sz="900" dirty="0"/>
          </a:p>
        </p:txBody>
      </p:sp>
      <p:sp>
        <p:nvSpPr>
          <p:cNvPr id="49" name="Shape 47"/>
          <p:cNvSpPr/>
          <p:nvPr/>
        </p:nvSpPr>
        <p:spPr>
          <a:xfrm>
            <a:off x="4800600" y="2980944"/>
            <a:ext cx="4160520" cy="749808"/>
          </a:xfrm>
          <a:prstGeom prst="rect">
            <a:avLst/>
          </a:prstGeom>
          <a:solidFill>
            <a:srgbClr val="21262D"/>
          </a:solidFill>
          <a:ln w="12700">
            <a:solidFill>
              <a:srgbClr val="39FF14"/>
            </a:solidFill>
            <a:prstDash val="solid"/>
          </a:ln>
        </p:spPr>
      </p:sp>
      <p:sp>
        <p:nvSpPr>
          <p:cNvPr id="50" name="Shape 48"/>
          <p:cNvSpPr/>
          <p:nvPr/>
        </p:nvSpPr>
        <p:spPr>
          <a:xfrm>
            <a:off x="4800600" y="2980944"/>
            <a:ext cx="502920" cy="749808"/>
          </a:xfrm>
          <a:prstGeom prst="rect">
            <a:avLst/>
          </a:prstGeom>
          <a:solidFill>
            <a:srgbClr val="39FF14"/>
          </a:solidFill>
          <a:ln w="12700">
            <a:solidFill>
              <a:srgbClr val="39FF14"/>
            </a:solidFill>
            <a:prstDash val="solid"/>
          </a:ln>
        </p:spPr>
      </p:sp>
      <p:sp>
        <p:nvSpPr>
          <p:cNvPr id="51" name="Text 49"/>
          <p:cNvSpPr/>
          <p:nvPr/>
        </p:nvSpPr>
        <p:spPr>
          <a:xfrm>
            <a:off x="4800600" y="2980944"/>
            <a:ext cx="502920" cy="749808"/>
          </a:xfrm>
          <a:prstGeom prst="rect">
            <a:avLst/>
          </a:prstGeom>
          <a:noFill/>
          <a:ln/>
        </p:spPr>
        <p:txBody>
          <a:bodyPr wrap="square" rtlCol="0" anchor="ctr"/>
          <a:lstStyle/>
          <a:p>
            <a:pPr algn="ctr" indent="0" marL="0">
              <a:buNone/>
            </a:pPr>
            <a:r>
              <a:rPr lang="en-US" sz="1600" b="1" dirty="0">
                <a:solidFill>
                  <a:srgbClr val="0A0A0F"/>
                </a:solidFill>
                <a:latin typeface="Arial Black" pitchFamily="34" charset="0"/>
                <a:ea typeface="Arial Black" pitchFamily="34" charset="-122"/>
                <a:cs typeface="Arial Black" pitchFamily="34" charset="-120"/>
              </a:rPr>
              <a:t>06</a:t>
            </a:r>
            <a:endParaRPr lang="en-US" sz="1600" dirty="0"/>
          </a:p>
        </p:txBody>
      </p:sp>
      <p:sp>
        <p:nvSpPr>
          <p:cNvPr id="52" name="Text 50"/>
          <p:cNvSpPr/>
          <p:nvPr/>
        </p:nvSpPr>
        <p:spPr>
          <a:xfrm>
            <a:off x="5394960" y="3054096"/>
            <a:ext cx="3017520" cy="384048"/>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Real-Life Case Studies</a:t>
            </a:r>
            <a:endParaRPr lang="en-US" sz="1200" dirty="0"/>
          </a:p>
        </p:txBody>
      </p:sp>
      <p:sp>
        <p:nvSpPr>
          <p:cNvPr id="53" name="Text 51"/>
          <p:cNvSpPr/>
          <p:nvPr/>
        </p:nvSpPr>
        <p:spPr>
          <a:xfrm>
            <a:off x="5394960" y="3438144"/>
            <a:ext cx="3017520" cy="228600"/>
          </a:xfrm>
          <a:prstGeom prst="rect">
            <a:avLst/>
          </a:prstGeom>
          <a:noFill/>
          <a:ln/>
        </p:spPr>
        <p:txBody>
          <a:bodyPr wrap="square" rtlCol="0" anchor="ctr"/>
          <a:lstStyle/>
          <a:p>
            <a:pPr indent="0" marL="0">
              <a:buNone/>
            </a:pPr>
            <a:r>
              <a:rPr lang="en-US" sz="900" dirty="0">
                <a:solidFill>
                  <a:srgbClr val="39FF14"/>
                </a:solidFill>
                <a:latin typeface="Courier New" pitchFamily="34" charset="0"/>
                <a:ea typeface="Courier New" pitchFamily="34" charset="-122"/>
                <a:cs typeface="Courier New" pitchFamily="34" charset="-120"/>
              </a:rPr>
              <a:t>pg. 08</a:t>
            </a:r>
            <a:endParaRPr lang="en-US" sz="900" dirty="0"/>
          </a:p>
        </p:txBody>
      </p:sp>
      <p:sp>
        <p:nvSpPr>
          <p:cNvPr id="54" name="Shape 52"/>
          <p:cNvSpPr/>
          <p:nvPr/>
        </p:nvSpPr>
        <p:spPr>
          <a:xfrm>
            <a:off x="320040" y="3877056"/>
            <a:ext cx="4160520" cy="749808"/>
          </a:xfrm>
          <a:prstGeom prst="rect">
            <a:avLst/>
          </a:prstGeom>
          <a:solidFill>
            <a:srgbClr val="21262D"/>
          </a:solidFill>
          <a:ln w="12700">
            <a:solidFill>
              <a:srgbClr val="FF8C00"/>
            </a:solidFill>
            <a:prstDash val="solid"/>
          </a:ln>
        </p:spPr>
      </p:sp>
      <p:sp>
        <p:nvSpPr>
          <p:cNvPr id="55" name="Shape 53"/>
          <p:cNvSpPr/>
          <p:nvPr/>
        </p:nvSpPr>
        <p:spPr>
          <a:xfrm>
            <a:off x="320040" y="3877056"/>
            <a:ext cx="502920" cy="749808"/>
          </a:xfrm>
          <a:prstGeom prst="rect">
            <a:avLst/>
          </a:prstGeom>
          <a:solidFill>
            <a:srgbClr val="FF8C00"/>
          </a:solidFill>
          <a:ln w="12700">
            <a:solidFill>
              <a:srgbClr val="FF8C00"/>
            </a:solidFill>
            <a:prstDash val="solid"/>
          </a:ln>
        </p:spPr>
      </p:sp>
      <p:sp>
        <p:nvSpPr>
          <p:cNvPr id="56" name="Text 54"/>
          <p:cNvSpPr/>
          <p:nvPr/>
        </p:nvSpPr>
        <p:spPr>
          <a:xfrm>
            <a:off x="320040" y="3877056"/>
            <a:ext cx="502920" cy="749808"/>
          </a:xfrm>
          <a:prstGeom prst="rect">
            <a:avLst/>
          </a:prstGeom>
          <a:noFill/>
          <a:ln/>
        </p:spPr>
        <p:txBody>
          <a:bodyPr wrap="square" rtlCol="0" anchor="ctr"/>
          <a:lstStyle/>
          <a:p>
            <a:pPr algn="ctr" indent="0" marL="0">
              <a:buNone/>
            </a:pPr>
            <a:r>
              <a:rPr lang="en-US" sz="1600" b="1" dirty="0">
                <a:solidFill>
                  <a:srgbClr val="0A0A0F"/>
                </a:solidFill>
                <a:latin typeface="Arial Black" pitchFamily="34" charset="0"/>
                <a:ea typeface="Arial Black" pitchFamily="34" charset="-122"/>
                <a:cs typeface="Arial Black" pitchFamily="34" charset="-120"/>
              </a:rPr>
              <a:t>07</a:t>
            </a:r>
            <a:endParaRPr lang="en-US" sz="1600" dirty="0"/>
          </a:p>
        </p:txBody>
      </p:sp>
      <p:sp>
        <p:nvSpPr>
          <p:cNvPr id="57" name="Text 55"/>
          <p:cNvSpPr/>
          <p:nvPr/>
        </p:nvSpPr>
        <p:spPr>
          <a:xfrm>
            <a:off x="914400" y="3950208"/>
            <a:ext cx="3017520" cy="384048"/>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Conclusion</a:t>
            </a:r>
            <a:endParaRPr lang="en-US" sz="1200" dirty="0"/>
          </a:p>
        </p:txBody>
      </p:sp>
      <p:sp>
        <p:nvSpPr>
          <p:cNvPr id="58" name="Text 56"/>
          <p:cNvSpPr/>
          <p:nvPr/>
        </p:nvSpPr>
        <p:spPr>
          <a:xfrm>
            <a:off x="914400" y="4334256"/>
            <a:ext cx="3017520" cy="228600"/>
          </a:xfrm>
          <a:prstGeom prst="rect">
            <a:avLst/>
          </a:prstGeom>
          <a:noFill/>
          <a:ln/>
        </p:spPr>
        <p:txBody>
          <a:bodyPr wrap="square" rtlCol="0" anchor="ctr"/>
          <a:lstStyle/>
          <a:p>
            <a:pPr indent="0" marL="0">
              <a:buNone/>
            </a:pPr>
            <a:r>
              <a:rPr lang="en-US" sz="900" dirty="0">
                <a:solidFill>
                  <a:srgbClr val="FF8C00"/>
                </a:solidFill>
                <a:latin typeface="Courier New" pitchFamily="34" charset="0"/>
                <a:ea typeface="Courier New" pitchFamily="34" charset="-122"/>
                <a:cs typeface="Courier New" pitchFamily="34" charset="-120"/>
              </a:rPr>
              <a:t>pg. 11</a:t>
            </a:r>
            <a:endParaRPr lang="en-US" sz="900" dirty="0"/>
          </a:p>
        </p:txBody>
      </p:sp>
      <p:sp>
        <p:nvSpPr>
          <p:cNvPr id="59" name="Shape 57"/>
          <p:cNvSpPr/>
          <p:nvPr/>
        </p:nvSpPr>
        <p:spPr>
          <a:xfrm>
            <a:off x="4800600" y="3877056"/>
            <a:ext cx="4160520" cy="749808"/>
          </a:xfrm>
          <a:prstGeom prst="rect">
            <a:avLst/>
          </a:prstGeom>
          <a:solidFill>
            <a:srgbClr val="21262D"/>
          </a:solidFill>
          <a:ln w="12700">
            <a:solidFill>
              <a:srgbClr val="FF3333"/>
            </a:solidFill>
            <a:prstDash val="solid"/>
          </a:ln>
        </p:spPr>
      </p:sp>
      <p:sp>
        <p:nvSpPr>
          <p:cNvPr id="60" name="Shape 58"/>
          <p:cNvSpPr/>
          <p:nvPr/>
        </p:nvSpPr>
        <p:spPr>
          <a:xfrm>
            <a:off x="4800600" y="3877056"/>
            <a:ext cx="502920" cy="749808"/>
          </a:xfrm>
          <a:prstGeom prst="rect">
            <a:avLst/>
          </a:prstGeom>
          <a:solidFill>
            <a:srgbClr val="FF3333"/>
          </a:solidFill>
          <a:ln w="12700">
            <a:solidFill>
              <a:srgbClr val="FF3333"/>
            </a:solidFill>
            <a:prstDash val="solid"/>
          </a:ln>
        </p:spPr>
      </p:sp>
      <p:sp>
        <p:nvSpPr>
          <p:cNvPr id="61" name="Text 59"/>
          <p:cNvSpPr/>
          <p:nvPr/>
        </p:nvSpPr>
        <p:spPr>
          <a:xfrm>
            <a:off x="4800600" y="3877056"/>
            <a:ext cx="502920" cy="749808"/>
          </a:xfrm>
          <a:prstGeom prst="rect">
            <a:avLst/>
          </a:prstGeom>
          <a:noFill/>
          <a:ln/>
        </p:spPr>
        <p:txBody>
          <a:bodyPr wrap="square" rtlCol="0" anchor="ctr"/>
          <a:lstStyle/>
          <a:p>
            <a:pPr algn="ctr" indent="0" marL="0">
              <a:buNone/>
            </a:pPr>
            <a:r>
              <a:rPr lang="en-US" sz="1600" b="1" dirty="0">
                <a:solidFill>
                  <a:srgbClr val="0A0A0F"/>
                </a:solidFill>
                <a:latin typeface="Arial Black" pitchFamily="34" charset="0"/>
                <a:ea typeface="Arial Black" pitchFamily="34" charset="-122"/>
                <a:cs typeface="Arial Black" pitchFamily="34" charset="-120"/>
              </a:rPr>
              <a:t>08</a:t>
            </a:r>
            <a:endParaRPr lang="en-US" sz="1600" dirty="0"/>
          </a:p>
        </p:txBody>
      </p:sp>
      <p:sp>
        <p:nvSpPr>
          <p:cNvPr id="62" name="Text 60"/>
          <p:cNvSpPr/>
          <p:nvPr/>
        </p:nvSpPr>
        <p:spPr>
          <a:xfrm>
            <a:off x="5394960" y="3950208"/>
            <a:ext cx="3017520" cy="384048"/>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Bibliography</a:t>
            </a:r>
            <a:endParaRPr lang="en-US" sz="1200" dirty="0"/>
          </a:p>
        </p:txBody>
      </p:sp>
      <p:sp>
        <p:nvSpPr>
          <p:cNvPr id="63" name="Text 61"/>
          <p:cNvSpPr/>
          <p:nvPr/>
        </p:nvSpPr>
        <p:spPr>
          <a:xfrm>
            <a:off x="5394960" y="4334256"/>
            <a:ext cx="3017520" cy="228600"/>
          </a:xfrm>
          <a:prstGeom prst="rect">
            <a:avLst/>
          </a:prstGeom>
          <a:noFill/>
          <a:ln/>
        </p:spPr>
        <p:txBody>
          <a:bodyPr wrap="square" rtlCol="0" anchor="ctr"/>
          <a:lstStyle/>
          <a:p>
            <a:pPr indent="0" marL="0">
              <a:buNone/>
            </a:pPr>
            <a:r>
              <a:rPr lang="en-US" sz="900" dirty="0">
                <a:solidFill>
                  <a:srgbClr val="FF3333"/>
                </a:solidFill>
                <a:latin typeface="Courier New" pitchFamily="34" charset="0"/>
                <a:ea typeface="Courier New" pitchFamily="34" charset="-122"/>
                <a:cs typeface="Courier New" pitchFamily="34" charset="-120"/>
              </a:rPr>
              <a:t>pg. 12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0A0F"/>
        </a:solidFill>
      </p:bgPr>
    </p:bg>
    <p:spTree>
      <p:nvGrpSpPr>
        <p:cNvPr id="1" name=""/>
        <p:cNvGrpSpPr/>
        <p:nvPr/>
      </p:nvGrpSpPr>
      <p:grpSpPr>
        <a:xfrm>
          <a:off x="0" y="0"/>
          <a:ext cx="0" cy="0"/>
          <a:chOff x="0" y="0"/>
          <a:chExt cx="0" cy="0"/>
        </a:xfrm>
      </p:grpSpPr>
      <p:sp>
        <p:nvSpPr>
          <p:cNvPr id="2" name="Shape 0"/>
          <p:cNvSpPr/>
          <p:nvPr/>
        </p:nvSpPr>
        <p:spPr>
          <a:xfrm>
            <a:off x="0" y="0"/>
            <a:ext cx="0" cy="5143500"/>
          </a:xfrm>
          <a:prstGeom prst="line">
            <a:avLst/>
          </a:prstGeom>
          <a:noFill/>
          <a:ln w="1905">
            <a:solidFill>
              <a:srgbClr val="00F5FF">
                <a:alpha val="15000"/>
              </a:srgbClr>
            </a:solidFill>
            <a:prstDash val="solid"/>
          </a:ln>
        </p:spPr>
      </p:sp>
      <p:sp>
        <p:nvSpPr>
          <p:cNvPr id="3" name="Shape 1"/>
          <p:cNvSpPr/>
          <p:nvPr/>
        </p:nvSpPr>
        <p:spPr>
          <a:xfrm>
            <a:off x="1005840" y="0"/>
            <a:ext cx="0" cy="5143500"/>
          </a:xfrm>
          <a:prstGeom prst="line">
            <a:avLst/>
          </a:prstGeom>
          <a:noFill/>
          <a:ln w="1905">
            <a:solidFill>
              <a:srgbClr val="00F5FF">
                <a:alpha val="15000"/>
              </a:srgbClr>
            </a:solidFill>
            <a:prstDash val="solid"/>
          </a:ln>
        </p:spPr>
      </p:sp>
      <p:sp>
        <p:nvSpPr>
          <p:cNvPr id="4" name="Shape 2"/>
          <p:cNvSpPr/>
          <p:nvPr/>
        </p:nvSpPr>
        <p:spPr>
          <a:xfrm>
            <a:off x="2011680" y="0"/>
            <a:ext cx="0" cy="5143500"/>
          </a:xfrm>
          <a:prstGeom prst="line">
            <a:avLst/>
          </a:prstGeom>
          <a:noFill/>
          <a:ln w="1905">
            <a:solidFill>
              <a:srgbClr val="00F5FF">
                <a:alpha val="15000"/>
              </a:srgbClr>
            </a:solidFill>
            <a:prstDash val="solid"/>
          </a:ln>
        </p:spPr>
      </p:sp>
      <p:sp>
        <p:nvSpPr>
          <p:cNvPr id="5" name="Shape 3"/>
          <p:cNvSpPr/>
          <p:nvPr/>
        </p:nvSpPr>
        <p:spPr>
          <a:xfrm>
            <a:off x="3017520" y="0"/>
            <a:ext cx="0" cy="5143500"/>
          </a:xfrm>
          <a:prstGeom prst="line">
            <a:avLst/>
          </a:prstGeom>
          <a:noFill/>
          <a:ln w="1905">
            <a:solidFill>
              <a:srgbClr val="00F5FF">
                <a:alpha val="15000"/>
              </a:srgbClr>
            </a:solidFill>
            <a:prstDash val="solid"/>
          </a:ln>
        </p:spPr>
      </p:sp>
      <p:sp>
        <p:nvSpPr>
          <p:cNvPr id="6" name="Shape 4"/>
          <p:cNvSpPr/>
          <p:nvPr/>
        </p:nvSpPr>
        <p:spPr>
          <a:xfrm>
            <a:off x="4023360" y="0"/>
            <a:ext cx="0" cy="5143500"/>
          </a:xfrm>
          <a:prstGeom prst="line">
            <a:avLst/>
          </a:prstGeom>
          <a:noFill/>
          <a:ln w="1905">
            <a:solidFill>
              <a:srgbClr val="00F5FF">
                <a:alpha val="15000"/>
              </a:srgbClr>
            </a:solidFill>
            <a:prstDash val="solid"/>
          </a:ln>
        </p:spPr>
      </p:sp>
      <p:sp>
        <p:nvSpPr>
          <p:cNvPr id="7" name="Shape 5"/>
          <p:cNvSpPr/>
          <p:nvPr/>
        </p:nvSpPr>
        <p:spPr>
          <a:xfrm>
            <a:off x="5029200" y="0"/>
            <a:ext cx="0" cy="5143500"/>
          </a:xfrm>
          <a:prstGeom prst="line">
            <a:avLst/>
          </a:prstGeom>
          <a:noFill/>
          <a:ln w="1905">
            <a:solidFill>
              <a:srgbClr val="00F5FF">
                <a:alpha val="15000"/>
              </a:srgbClr>
            </a:solidFill>
            <a:prstDash val="solid"/>
          </a:ln>
        </p:spPr>
      </p:sp>
      <p:sp>
        <p:nvSpPr>
          <p:cNvPr id="8" name="Shape 6"/>
          <p:cNvSpPr/>
          <p:nvPr/>
        </p:nvSpPr>
        <p:spPr>
          <a:xfrm>
            <a:off x="6035040" y="0"/>
            <a:ext cx="0" cy="5143500"/>
          </a:xfrm>
          <a:prstGeom prst="line">
            <a:avLst/>
          </a:prstGeom>
          <a:noFill/>
          <a:ln w="1905">
            <a:solidFill>
              <a:srgbClr val="00F5FF">
                <a:alpha val="15000"/>
              </a:srgbClr>
            </a:solidFill>
            <a:prstDash val="solid"/>
          </a:ln>
        </p:spPr>
      </p:sp>
      <p:sp>
        <p:nvSpPr>
          <p:cNvPr id="9" name="Shape 7"/>
          <p:cNvSpPr/>
          <p:nvPr/>
        </p:nvSpPr>
        <p:spPr>
          <a:xfrm>
            <a:off x="7040880" y="0"/>
            <a:ext cx="0" cy="5143500"/>
          </a:xfrm>
          <a:prstGeom prst="line">
            <a:avLst/>
          </a:prstGeom>
          <a:noFill/>
          <a:ln w="1905">
            <a:solidFill>
              <a:srgbClr val="00F5FF">
                <a:alpha val="15000"/>
              </a:srgbClr>
            </a:solidFill>
            <a:prstDash val="solid"/>
          </a:ln>
        </p:spPr>
      </p:sp>
      <p:sp>
        <p:nvSpPr>
          <p:cNvPr id="10" name="Shape 8"/>
          <p:cNvSpPr/>
          <p:nvPr/>
        </p:nvSpPr>
        <p:spPr>
          <a:xfrm>
            <a:off x="8046720" y="0"/>
            <a:ext cx="0" cy="5143500"/>
          </a:xfrm>
          <a:prstGeom prst="line">
            <a:avLst/>
          </a:prstGeom>
          <a:noFill/>
          <a:ln w="1905">
            <a:solidFill>
              <a:srgbClr val="00F5FF">
                <a:alpha val="15000"/>
              </a:srgbClr>
            </a:solidFill>
            <a:prstDash val="solid"/>
          </a:ln>
        </p:spPr>
      </p:sp>
      <p:sp>
        <p:nvSpPr>
          <p:cNvPr id="11" name="Shape 9"/>
          <p:cNvSpPr/>
          <p:nvPr/>
        </p:nvSpPr>
        <p:spPr>
          <a:xfrm>
            <a:off x="9052560" y="0"/>
            <a:ext cx="0" cy="5143500"/>
          </a:xfrm>
          <a:prstGeom prst="line">
            <a:avLst/>
          </a:prstGeom>
          <a:noFill/>
          <a:ln w="1905">
            <a:solidFill>
              <a:srgbClr val="00F5FF">
                <a:alpha val="15000"/>
              </a:srgbClr>
            </a:solidFill>
            <a:prstDash val="solid"/>
          </a:ln>
        </p:spPr>
      </p:sp>
      <p:sp>
        <p:nvSpPr>
          <p:cNvPr id="12" name="Shape 10"/>
          <p:cNvSpPr/>
          <p:nvPr/>
        </p:nvSpPr>
        <p:spPr>
          <a:xfrm>
            <a:off x="0" y="0"/>
            <a:ext cx="9144000" cy="0"/>
          </a:xfrm>
          <a:prstGeom prst="line">
            <a:avLst/>
          </a:prstGeom>
          <a:noFill/>
          <a:ln w="1905">
            <a:solidFill>
              <a:srgbClr val="00F5FF">
                <a:alpha val="15000"/>
              </a:srgbClr>
            </a:solidFill>
            <a:prstDash val="solid"/>
          </a:ln>
        </p:spPr>
      </p:sp>
      <p:sp>
        <p:nvSpPr>
          <p:cNvPr id="13" name="Shape 11"/>
          <p:cNvSpPr/>
          <p:nvPr/>
        </p:nvSpPr>
        <p:spPr>
          <a:xfrm>
            <a:off x="0" y="914400"/>
            <a:ext cx="9144000" cy="0"/>
          </a:xfrm>
          <a:prstGeom prst="line">
            <a:avLst/>
          </a:prstGeom>
          <a:noFill/>
          <a:ln w="1905">
            <a:solidFill>
              <a:srgbClr val="00F5FF">
                <a:alpha val="15000"/>
              </a:srgbClr>
            </a:solidFill>
            <a:prstDash val="solid"/>
          </a:ln>
        </p:spPr>
      </p:sp>
      <p:sp>
        <p:nvSpPr>
          <p:cNvPr id="14" name="Shape 12"/>
          <p:cNvSpPr/>
          <p:nvPr/>
        </p:nvSpPr>
        <p:spPr>
          <a:xfrm>
            <a:off x="0" y="1828800"/>
            <a:ext cx="9144000" cy="0"/>
          </a:xfrm>
          <a:prstGeom prst="line">
            <a:avLst/>
          </a:prstGeom>
          <a:noFill/>
          <a:ln w="1905">
            <a:solidFill>
              <a:srgbClr val="00F5FF">
                <a:alpha val="15000"/>
              </a:srgbClr>
            </a:solidFill>
            <a:prstDash val="solid"/>
          </a:ln>
        </p:spPr>
      </p:sp>
      <p:sp>
        <p:nvSpPr>
          <p:cNvPr id="15" name="Shape 13"/>
          <p:cNvSpPr/>
          <p:nvPr/>
        </p:nvSpPr>
        <p:spPr>
          <a:xfrm>
            <a:off x="0" y="2743200"/>
            <a:ext cx="9144000" cy="0"/>
          </a:xfrm>
          <a:prstGeom prst="line">
            <a:avLst/>
          </a:prstGeom>
          <a:noFill/>
          <a:ln w="1905">
            <a:solidFill>
              <a:srgbClr val="00F5FF">
                <a:alpha val="15000"/>
              </a:srgbClr>
            </a:solidFill>
            <a:prstDash val="solid"/>
          </a:ln>
        </p:spPr>
      </p:sp>
      <p:sp>
        <p:nvSpPr>
          <p:cNvPr id="16" name="Shape 14"/>
          <p:cNvSpPr/>
          <p:nvPr/>
        </p:nvSpPr>
        <p:spPr>
          <a:xfrm>
            <a:off x="0" y="3657600"/>
            <a:ext cx="9144000" cy="0"/>
          </a:xfrm>
          <a:prstGeom prst="line">
            <a:avLst/>
          </a:prstGeom>
          <a:noFill/>
          <a:ln w="1905">
            <a:solidFill>
              <a:srgbClr val="00F5FF">
                <a:alpha val="15000"/>
              </a:srgbClr>
            </a:solidFill>
            <a:prstDash val="solid"/>
          </a:ln>
        </p:spPr>
      </p:sp>
      <p:sp>
        <p:nvSpPr>
          <p:cNvPr id="17" name="Shape 15"/>
          <p:cNvSpPr/>
          <p:nvPr/>
        </p:nvSpPr>
        <p:spPr>
          <a:xfrm>
            <a:off x="0" y="4572000"/>
            <a:ext cx="9144000" cy="0"/>
          </a:xfrm>
          <a:prstGeom prst="line">
            <a:avLst/>
          </a:prstGeom>
          <a:noFill/>
          <a:ln w="1905">
            <a:solidFill>
              <a:srgbClr val="00F5FF">
                <a:alpha val="15000"/>
              </a:srgbClr>
            </a:solidFill>
            <a:prstDash val="solid"/>
          </a:ln>
        </p:spPr>
      </p:sp>
      <p:sp>
        <p:nvSpPr>
          <p:cNvPr id="18" name="Shape 16"/>
          <p:cNvSpPr/>
          <p:nvPr/>
        </p:nvSpPr>
        <p:spPr>
          <a:xfrm>
            <a:off x="0" y="0"/>
            <a:ext cx="9144000" cy="73152"/>
          </a:xfrm>
          <a:prstGeom prst="rect">
            <a:avLst/>
          </a:prstGeom>
          <a:solidFill>
            <a:srgbClr val="00F5FF"/>
          </a:solidFill>
          <a:ln w="12700">
            <a:solidFill>
              <a:srgbClr val="00F5FF"/>
            </a:solidFill>
            <a:prstDash val="solid"/>
          </a:ln>
        </p:spPr>
      </p:sp>
      <p:sp>
        <p:nvSpPr>
          <p:cNvPr id="19" name="Shape 17"/>
          <p:cNvSpPr/>
          <p:nvPr/>
        </p:nvSpPr>
        <p:spPr>
          <a:xfrm>
            <a:off x="0" y="5070348"/>
            <a:ext cx="9144000" cy="73152"/>
          </a:xfrm>
          <a:prstGeom prst="rect">
            <a:avLst/>
          </a:prstGeom>
          <a:solidFill>
            <a:srgbClr val="00F5FF"/>
          </a:solidFill>
          <a:ln w="12700">
            <a:solidFill>
              <a:srgbClr val="00F5FF"/>
            </a:solidFill>
            <a:prstDash val="solid"/>
          </a:ln>
        </p:spPr>
      </p:sp>
      <p:sp>
        <p:nvSpPr>
          <p:cNvPr id="20" name="Shape 18"/>
          <p:cNvSpPr/>
          <p:nvPr/>
        </p:nvSpPr>
        <p:spPr>
          <a:xfrm>
            <a:off x="320040" y="164592"/>
            <a:ext cx="45720" cy="384048"/>
          </a:xfrm>
          <a:prstGeom prst="rect">
            <a:avLst/>
          </a:prstGeom>
          <a:solidFill>
            <a:srgbClr val="00F5FF"/>
          </a:solidFill>
          <a:ln w="12700">
            <a:solidFill>
              <a:srgbClr val="00F5FF"/>
            </a:solidFill>
            <a:prstDash val="solid"/>
          </a:ln>
        </p:spPr>
      </p:sp>
      <p:sp>
        <p:nvSpPr>
          <p:cNvPr id="21" name="Text 19"/>
          <p:cNvSpPr/>
          <p:nvPr/>
        </p:nvSpPr>
        <p:spPr>
          <a:xfrm>
            <a:off x="457200" y="155448"/>
            <a:ext cx="5486400" cy="411480"/>
          </a:xfrm>
          <a:prstGeom prst="rect">
            <a:avLst/>
          </a:prstGeom>
          <a:noFill/>
          <a:ln/>
        </p:spPr>
        <p:txBody>
          <a:bodyPr wrap="square" rtlCol="0" anchor="ctr"/>
          <a:lstStyle/>
          <a:p>
            <a:pPr indent="0" marL="0">
              <a:buNone/>
            </a:pPr>
            <a:r>
              <a:rPr lang="en-US" sz="1100" b="1" spc="300" kern="0" dirty="0">
                <a:solidFill>
                  <a:srgbClr val="00F5FF"/>
                </a:solidFill>
                <a:latin typeface="Courier New" pitchFamily="34" charset="0"/>
                <a:ea typeface="Courier New" pitchFamily="34" charset="-122"/>
                <a:cs typeface="Courier New" pitchFamily="34" charset="-120"/>
              </a:rPr>
              <a:t>01  //  INTRODUCTION</a:t>
            </a:r>
            <a:endParaRPr lang="en-US" sz="1100" dirty="0"/>
          </a:p>
        </p:txBody>
      </p:sp>
      <p:sp>
        <p:nvSpPr>
          <p:cNvPr id="22" name="Text 20"/>
          <p:cNvSpPr/>
          <p:nvPr/>
        </p:nvSpPr>
        <p:spPr>
          <a:xfrm>
            <a:off x="8046720" y="4828032"/>
            <a:ext cx="914400" cy="228600"/>
          </a:xfrm>
          <a:prstGeom prst="rect">
            <a:avLst/>
          </a:prstGeom>
          <a:noFill/>
          <a:ln/>
        </p:spPr>
        <p:txBody>
          <a:bodyPr wrap="square" rtlCol="0" anchor="ctr"/>
          <a:lstStyle/>
          <a:p>
            <a:pPr algn="r" indent="0" marL="0">
              <a:buNone/>
            </a:pPr>
            <a:r>
              <a:rPr lang="en-US" sz="900" dirty="0">
                <a:solidFill>
                  <a:srgbClr val="8B949E"/>
                </a:solidFill>
                <a:latin typeface="Courier New" pitchFamily="34" charset="0"/>
                <a:ea typeface="Courier New" pitchFamily="34" charset="-122"/>
                <a:cs typeface="Courier New" pitchFamily="34" charset="-120"/>
              </a:rPr>
              <a:t>03 / 12</a:t>
            </a:r>
            <a:endParaRPr lang="en-US" sz="900" dirty="0"/>
          </a:p>
        </p:txBody>
      </p:sp>
      <p:sp>
        <p:nvSpPr>
          <p:cNvPr id="23" name="Text 21"/>
          <p:cNvSpPr/>
          <p:nvPr/>
        </p:nvSpPr>
        <p:spPr>
          <a:xfrm>
            <a:off x="320040" y="502920"/>
            <a:ext cx="8229600" cy="548640"/>
          </a:xfrm>
          <a:prstGeom prst="rect">
            <a:avLst/>
          </a:prstGeom>
          <a:noFill/>
          <a:ln/>
        </p:spPr>
        <p:txBody>
          <a:bodyPr wrap="square" rtlCol="0" anchor="ctr"/>
          <a:lstStyle/>
          <a:p>
            <a:pPr indent="0" marL="0">
              <a:buNone/>
            </a:pPr>
            <a:r>
              <a:rPr lang="en-US" sz="3000" b="1" dirty="0">
                <a:solidFill>
                  <a:srgbClr val="FFFFFF"/>
                </a:solidFill>
                <a:latin typeface="Arial Black" pitchFamily="34" charset="0"/>
                <a:ea typeface="Arial Black" pitchFamily="34" charset="-122"/>
                <a:cs typeface="Arial Black" pitchFamily="34" charset="-120"/>
              </a:rPr>
              <a:t>What is Cyber Security?</a:t>
            </a:r>
            <a:endParaRPr lang="en-US" sz="3000" dirty="0"/>
          </a:p>
        </p:txBody>
      </p:sp>
      <p:sp>
        <p:nvSpPr>
          <p:cNvPr id="24" name="Shape 22"/>
          <p:cNvSpPr/>
          <p:nvPr/>
        </p:nvSpPr>
        <p:spPr>
          <a:xfrm>
            <a:off x="320040" y="1097280"/>
            <a:ext cx="8503920" cy="804672"/>
          </a:xfrm>
          <a:prstGeom prst="rect">
            <a:avLst/>
          </a:prstGeom>
          <a:solidFill>
            <a:srgbClr val="21262D"/>
          </a:solidFill>
          <a:ln w="19050">
            <a:solidFill>
              <a:srgbClr val="00F5FF"/>
            </a:solidFill>
            <a:prstDash val="solid"/>
          </a:ln>
        </p:spPr>
      </p:sp>
      <p:sp>
        <p:nvSpPr>
          <p:cNvPr id="25" name="Shape 23"/>
          <p:cNvSpPr/>
          <p:nvPr/>
        </p:nvSpPr>
        <p:spPr>
          <a:xfrm>
            <a:off x="320040" y="1097280"/>
            <a:ext cx="54864" cy="804672"/>
          </a:xfrm>
          <a:prstGeom prst="rect">
            <a:avLst/>
          </a:prstGeom>
          <a:solidFill>
            <a:srgbClr val="00F5FF"/>
          </a:solidFill>
          <a:ln w="12700">
            <a:solidFill>
              <a:srgbClr val="00F5FF"/>
            </a:solidFill>
            <a:prstDash val="solid"/>
          </a:ln>
        </p:spPr>
      </p:sp>
      <p:sp>
        <p:nvSpPr>
          <p:cNvPr id="26" name="Text 24"/>
          <p:cNvSpPr/>
          <p:nvPr/>
        </p:nvSpPr>
        <p:spPr>
          <a:xfrm>
            <a:off x="502920" y="1115568"/>
            <a:ext cx="8229600" cy="768096"/>
          </a:xfrm>
          <a:prstGeom prst="rect">
            <a:avLst/>
          </a:prstGeom>
          <a:noFill/>
          <a:ln/>
        </p:spPr>
        <p:txBody>
          <a:bodyPr wrap="square" rtlCol="0" anchor="ctr"/>
          <a:lstStyle/>
          <a:p>
            <a:pPr indent="0" marL="0">
              <a:buNone/>
            </a:pPr>
            <a:r>
              <a:rPr lang="en-US" sz="1200" dirty="0">
                <a:solidFill>
                  <a:srgbClr val="C9D1D9"/>
                </a:solidFill>
                <a:latin typeface="Arial" pitchFamily="34" charset="0"/>
                <a:ea typeface="Arial" pitchFamily="34" charset="-122"/>
                <a:cs typeface="Arial" pitchFamily="34" charset="-120"/>
              </a:rPr>
              <a:t>Cyber security is the practice of protecting computers, networks, programs, and data from unauthorised access, damage, or attack. As the internet connects billions of people, securing digital systems has become one of the most critical challenges of our time.</a:t>
            </a:r>
            <a:endParaRPr lang="en-US" sz="1200" dirty="0"/>
          </a:p>
        </p:txBody>
      </p:sp>
      <p:sp>
        <p:nvSpPr>
          <p:cNvPr id="27" name="Text 25"/>
          <p:cNvSpPr/>
          <p:nvPr/>
        </p:nvSpPr>
        <p:spPr>
          <a:xfrm>
            <a:off x="320040" y="1965960"/>
            <a:ext cx="4572000" cy="320040"/>
          </a:xfrm>
          <a:prstGeom prst="rect">
            <a:avLst/>
          </a:prstGeom>
          <a:noFill/>
          <a:ln/>
        </p:spPr>
        <p:txBody>
          <a:bodyPr wrap="square" rtlCol="0" anchor="ctr"/>
          <a:lstStyle/>
          <a:p>
            <a:pPr indent="0" marL="0">
              <a:buNone/>
            </a:pPr>
            <a:r>
              <a:rPr lang="en-US" sz="1100" b="1" dirty="0">
                <a:solidFill>
                  <a:srgbClr val="00F5FF"/>
                </a:solidFill>
                <a:latin typeface="Courier New" pitchFamily="34" charset="0"/>
                <a:ea typeface="Courier New" pitchFamily="34" charset="-122"/>
                <a:cs typeface="Courier New" pitchFamily="34" charset="-120"/>
              </a:rPr>
              <a:t>The CIA Triad — Core Principles</a:t>
            </a:r>
            <a:endParaRPr lang="en-US" sz="1100" dirty="0"/>
          </a:p>
        </p:txBody>
      </p:sp>
      <p:sp>
        <p:nvSpPr>
          <p:cNvPr id="28" name="Shape 26"/>
          <p:cNvSpPr/>
          <p:nvPr/>
        </p:nvSpPr>
        <p:spPr>
          <a:xfrm>
            <a:off x="320040" y="2331720"/>
            <a:ext cx="2697480" cy="1600200"/>
          </a:xfrm>
          <a:prstGeom prst="rect">
            <a:avLst/>
          </a:prstGeom>
          <a:solidFill>
            <a:srgbClr val="21262D"/>
          </a:solidFill>
          <a:ln w="19050">
            <a:solidFill>
              <a:srgbClr val="00F5FF"/>
            </a:solidFill>
            <a:prstDash val="solid"/>
          </a:ln>
          <a:effectLst>
            <a:outerShdw sx="100000" sy="100000" kx="0" ky="0" algn="bl" rotWithShape="0" blurRad="1290320000" dist="483870000" dir="486000000000">
              <a:srgbClr val="000000">
                <a:alpha val="5000000000"/>
              </a:srgbClr>
            </a:outerShdw>
          </a:effectLst>
        </p:spPr>
      </p:sp>
      <p:sp>
        <p:nvSpPr>
          <p:cNvPr id="29" name="Text 27"/>
          <p:cNvSpPr/>
          <p:nvPr/>
        </p:nvSpPr>
        <p:spPr>
          <a:xfrm>
            <a:off x="320040" y="2359152"/>
            <a:ext cx="2697480" cy="45720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30" name="Text 28"/>
          <p:cNvSpPr/>
          <p:nvPr/>
        </p:nvSpPr>
        <p:spPr>
          <a:xfrm>
            <a:off x="320040" y="2816352"/>
            <a:ext cx="2697480" cy="292608"/>
          </a:xfrm>
          <a:prstGeom prst="rect">
            <a:avLst/>
          </a:prstGeom>
          <a:noFill/>
          <a:ln/>
        </p:spPr>
        <p:txBody>
          <a:bodyPr wrap="square" rtlCol="0" anchor="ctr"/>
          <a:lstStyle/>
          <a:p>
            <a:pPr algn="ctr" indent="0" marL="0">
              <a:buNone/>
            </a:pPr>
            <a:r>
              <a:rPr lang="en-US" sz="1000" b="1" dirty="0">
                <a:solidFill>
                  <a:srgbClr val="00F5FF"/>
                </a:solidFill>
                <a:latin typeface="Courier New" pitchFamily="34" charset="0"/>
                <a:ea typeface="Courier New" pitchFamily="34" charset="-122"/>
                <a:cs typeface="Courier New" pitchFamily="34" charset="-120"/>
              </a:rPr>
              <a:t>CONFIDENTIALITY</a:t>
            </a:r>
            <a:endParaRPr lang="en-US" sz="1000" dirty="0"/>
          </a:p>
        </p:txBody>
      </p:sp>
      <p:sp>
        <p:nvSpPr>
          <p:cNvPr id="31" name="Text 29"/>
          <p:cNvSpPr/>
          <p:nvPr/>
        </p:nvSpPr>
        <p:spPr>
          <a:xfrm>
            <a:off x="411480" y="3108960"/>
            <a:ext cx="2514600" cy="731520"/>
          </a:xfrm>
          <a:prstGeom prst="rect">
            <a:avLst/>
          </a:prstGeom>
          <a:noFill/>
          <a:ln/>
        </p:spPr>
        <p:txBody>
          <a:bodyPr wrap="square" rtlCol="0" anchor="ctr"/>
          <a:lstStyle/>
          <a:p>
            <a:pPr algn="ctr" indent="0" marL="0">
              <a:buNone/>
            </a:pPr>
            <a:r>
              <a:rPr lang="en-US" sz="1000" dirty="0">
                <a:solidFill>
                  <a:srgbClr val="C9D1D9"/>
                </a:solidFill>
                <a:latin typeface="Arial" pitchFamily="34" charset="0"/>
                <a:ea typeface="Arial" pitchFamily="34" charset="-122"/>
                <a:cs typeface="Arial" pitchFamily="34" charset="-120"/>
              </a:rPr>
              <a:t>Data is accessible only to those who are authorised to see it.</a:t>
            </a:r>
            <a:endParaRPr lang="en-US" sz="1000" dirty="0"/>
          </a:p>
        </p:txBody>
      </p:sp>
      <p:sp>
        <p:nvSpPr>
          <p:cNvPr id="32" name="Shape 30"/>
          <p:cNvSpPr/>
          <p:nvPr/>
        </p:nvSpPr>
        <p:spPr>
          <a:xfrm>
            <a:off x="3200400" y="2331720"/>
            <a:ext cx="2697480" cy="1600200"/>
          </a:xfrm>
          <a:prstGeom prst="rect">
            <a:avLst/>
          </a:prstGeom>
          <a:solidFill>
            <a:srgbClr val="21262D"/>
          </a:solidFill>
          <a:ln w="19050">
            <a:solidFill>
              <a:srgbClr val="39FF14"/>
            </a:solidFill>
            <a:prstDash val="solid"/>
          </a:ln>
          <a:effectLst>
            <a:outerShdw sx="100000" sy="100000" kx="0" ky="0" algn="bl" rotWithShape="0" blurRad="1290320000" dist="483870000" dir="486000000000">
              <a:srgbClr val="000000">
                <a:alpha val="5000000000"/>
              </a:srgbClr>
            </a:outerShdw>
          </a:effectLst>
        </p:spPr>
      </p:sp>
      <p:sp>
        <p:nvSpPr>
          <p:cNvPr id="33" name="Text 31"/>
          <p:cNvSpPr/>
          <p:nvPr/>
        </p:nvSpPr>
        <p:spPr>
          <a:xfrm>
            <a:off x="3200400" y="2359152"/>
            <a:ext cx="2697480" cy="45720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34" name="Text 32"/>
          <p:cNvSpPr/>
          <p:nvPr/>
        </p:nvSpPr>
        <p:spPr>
          <a:xfrm>
            <a:off x="3200400" y="2816352"/>
            <a:ext cx="2697480" cy="292608"/>
          </a:xfrm>
          <a:prstGeom prst="rect">
            <a:avLst/>
          </a:prstGeom>
          <a:noFill/>
          <a:ln/>
        </p:spPr>
        <p:txBody>
          <a:bodyPr wrap="square" rtlCol="0" anchor="ctr"/>
          <a:lstStyle/>
          <a:p>
            <a:pPr algn="ctr" indent="0" marL="0">
              <a:buNone/>
            </a:pPr>
            <a:r>
              <a:rPr lang="en-US" sz="1000" b="1" dirty="0">
                <a:solidFill>
                  <a:srgbClr val="39FF14"/>
                </a:solidFill>
                <a:latin typeface="Courier New" pitchFamily="34" charset="0"/>
                <a:ea typeface="Courier New" pitchFamily="34" charset="-122"/>
                <a:cs typeface="Courier New" pitchFamily="34" charset="-120"/>
              </a:rPr>
              <a:t>INTEGRITY</a:t>
            </a:r>
            <a:endParaRPr lang="en-US" sz="1000" dirty="0"/>
          </a:p>
        </p:txBody>
      </p:sp>
      <p:sp>
        <p:nvSpPr>
          <p:cNvPr id="35" name="Text 33"/>
          <p:cNvSpPr/>
          <p:nvPr/>
        </p:nvSpPr>
        <p:spPr>
          <a:xfrm>
            <a:off x="3291840" y="3108960"/>
            <a:ext cx="2514600" cy="731520"/>
          </a:xfrm>
          <a:prstGeom prst="rect">
            <a:avLst/>
          </a:prstGeom>
          <a:noFill/>
          <a:ln/>
        </p:spPr>
        <p:txBody>
          <a:bodyPr wrap="square" rtlCol="0" anchor="ctr"/>
          <a:lstStyle/>
          <a:p>
            <a:pPr algn="ctr" indent="0" marL="0">
              <a:buNone/>
            </a:pPr>
            <a:r>
              <a:rPr lang="en-US" sz="1000" dirty="0">
                <a:solidFill>
                  <a:srgbClr val="C9D1D9"/>
                </a:solidFill>
                <a:latin typeface="Arial" pitchFamily="34" charset="0"/>
                <a:ea typeface="Arial" pitchFamily="34" charset="-122"/>
                <a:cs typeface="Arial" pitchFamily="34" charset="-120"/>
              </a:rPr>
              <a:t>Data remains accurate and has not been tampered with.</a:t>
            </a:r>
            <a:endParaRPr lang="en-US" sz="1000" dirty="0"/>
          </a:p>
        </p:txBody>
      </p:sp>
      <p:sp>
        <p:nvSpPr>
          <p:cNvPr id="36" name="Shape 34"/>
          <p:cNvSpPr/>
          <p:nvPr/>
        </p:nvSpPr>
        <p:spPr>
          <a:xfrm>
            <a:off x="6080760" y="2331720"/>
            <a:ext cx="2697480" cy="1600200"/>
          </a:xfrm>
          <a:prstGeom prst="rect">
            <a:avLst/>
          </a:prstGeom>
          <a:solidFill>
            <a:srgbClr val="21262D"/>
          </a:solidFill>
          <a:ln w="19050">
            <a:solidFill>
              <a:srgbClr val="FF8C00"/>
            </a:solidFill>
            <a:prstDash val="solid"/>
          </a:ln>
          <a:effectLst>
            <a:outerShdw sx="100000" sy="100000" kx="0" ky="0" algn="bl" rotWithShape="0" blurRad="1290320000" dist="483870000" dir="486000000000">
              <a:srgbClr val="000000">
                <a:alpha val="5000000000"/>
              </a:srgbClr>
            </a:outerShdw>
          </a:effectLst>
        </p:spPr>
      </p:sp>
      <p:sp>
        <p:nvSpPr>
          <p:cNvPr id="37" name="Text 35"/>
          <p:cNvSpPr/>
          <p:nvPr/>
        </p:nvSpPr>
        <p:spPr>
          <a:xfrm>
            <a:off x="6080760" y="2359152"/>
            <a:ext cx="2697480" cy="45720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38" name="Text 36"/>
          <p:cNvSpPr/>
          <p:nvPr/>
        </p:nvSpPr>
        <p:spPr>
          <a:xfrm>
            <a:off x="6080760" y="2816352"/>
            <a:ext cx="2697480" cy="292608"/>
          </a:xfrm>
          <a:prstGeom prst="rect">
            <a:avLst/>
          </a:prstGeom>
          <a:noFill/>
          <a:ln/>
        </p:spPr>
        <p:txBody>
          <a:bodyPr wrap="square" rtlCol="0" anchor="ctr"/>
          <a:lstStyle/>
          <a:p>
            <a:pPr algn="ctr" indent="0" marL="0">
              <a:buNone/>
            </a:pPr>
            <a:r>
              <a:rPr lang="en-US" sz="1000" b="1" dirty="0">
                <a:solidFill>
                  <a:srgbClr val="FF8C00"/>
                </a:solidFill>
                <a:latin typeface="Courier New" pitchFamily="34" charset="0"/>
                <a:ea typeface="Courier New" pitchFamily="34" charset="-122"/>
                <a:cs typeface="Courier New" pitchFamily="34" charset="-120"/>
              </a:rPr>
              <a:t>AVAILABILITY</a:t>
            </a:r>
            <a:endParaRPr lang="en-US" sz="1000" dirty="0"/>
          </a:p>
        </p:txBody>
      </p:sp>
      <p:sp>
        <p:nvSpPr>
          <p:cNvPr id="39" name="Text 37"/>
          <p:cNvSpPr/>
          <p:nvPr/>
        </p:nvSpPr>
        <p:spPr>
          <a:xfrm>
            <a:off x="6172200" y="3108960"/>
            <a:ext cx="2514600" cy="731520"/>
          </a:xfrm>
          <a:prstGeom prst="rect">
            <a:avLst/>
          </a:prstGeom>
          <a:noFill/>
          <a:ln/>
        </p:spPr>
        <p:txBody>
          <a:bodyPr wrap="square" rtlCol="0" anchor="ctr"/>
          <a:lstStyle/>
          <a:p>
            <a:pPr algn="ctr" indent="0" marL="0">
              <a:buNone/>
            </a:pPr>
            <a:r>
              <a:rPr lang="en-US" sz="1000" dirty="0">
                <a:solidFill>
                  <a:srgbClr val="C9D1D9"/>
                </a:solidFill>
                <a:latin typeface="Arial" pitchFamily="34" charset="0"/>
                <a:ea typeface="Arial" pitchFamily="34" charset="-122"/>
                <a:cs typeface="Arial" pitchFamily="34" charset="-120"/>
              </a:rPr>
              <a:t>Data and systems are accessible when needed by authorised users.</a:t>
            </a:r>
            <a:endParaRPr lang="en-US" sz="1000" dirty="0"/>
          </a:p>
        </p:txBody>
      </p:sp>
      <p:sp>
        <p:nvSpPr>
          <p:cNvPr id="40" name="Text 38"/>
          <p:cNvSpPr/>
          <p:nvPr/>
        </p:nvSpPr>
        <p:spPr>
          <a:xfrm>
            <a:off x="320040" y="4005072"/>
            <a:ext cx="2743200" cy="256032"/>
          </a:xfrm>
          <a:prstGeom prst="rect">
            <a:avLst/>
          </a:prstGeom>
          <a:noFill/>
          <a:ln/>
        </p:spPr>
        <p:txBody>
          <a:bodyPr wrap="square" rtlCol="0" anchor="ctr"/>
          <a:lstStyle/>
          <a:p>
            <a:pPr indent="0" marL="0">
              <a:buNone/>
            </a:pPr>
            <a:r>
              <a:rPr lang="en-US" sz="1000" b="1" dirty="0">
                <a:solidFill>
                  <a:srgbClr val="00F5FF"/>
                </a:solidFill>
                <a:latin typeface="Courier New" pitchFamily="34" charset="0"/>
                <a:ea typeface="Courier New" pitchFamily="34" charset="-122"/>
                <a:cs typeface="Courier New" pitchFamily="34" charset="-120"/>
              </a:rPr>
              <a:t>Why It Matters:</a:t>
            </a:r>
            <a:endParaRPr lang="en-US" sz="1000" dirty="0"/>
          </a:p>
        </p:txBody>
      </p:sp>
      <p:sp>
        <p:nvSpPr>
          <p:cNvPr id="41" name="Shape 39"/>
          <p:cNvSpPr/>
          <p:nvPr/>
        </p:nvSpPr>
        <p:spPr>
          <a:xfrm>
            <a:off x="320040" y="4315968"/>
            <a:ext cx="109728" cy="109728"/>
          </a:xfrm>
          <a:prstGeom prst="ellipse">
            <a:avLst/>
          </a:prstGeom>
          <a:solidFill>
            <a:srgbClr val="39FF14"/>
          </a:solidFill>
          <a:ln w="12700">
            <a:solidFill>
              <a:srgbClr val="39FF14"/>
            </a:solidFill>
            <a:prstDash val="solid"/>
          </a:ln>
        </p:spPr>
      </p:sp>
      <p:sp>
        <p:nvSpPr>
          <p:cNvPr id="42" name="Text 40"/>
          <p:cNvSpPr/>
          <p:nvPr/>
        </p:nvSpPr>
        <p:spPr>
          <a:xfrm>
            <a:off x="502920" y="4279392"/>
            <a:ext cx="2011680" cy="228600"/>
          </a:xfrm>
          <a:prstGeom prst="rect">
            <a:avLst/>
          </a:prstGeom>
          <a:noFill/>
          <a:ln/>
        </p:spPr>
        <p:txBody>
          <a:bodyPr wrap="square" rtlCol="0" anchor="ctr"/>
          <a:lstStyle/>
          <a:p>
            <a:pPr indent="0" marL="0">
              <a:buNone/>
            </a:pPr>
            <a:r>
              <a:rPr lang="en-US" sz="950" dirty="0">
                <a:solidFill>
                  <a:srgbClr val="C9D1D9"/>
                </a:solidFill>
                <a:latin typeface="Arial" pitchFamily="34" charset="0"/>
                <a:ea typeface="Arial" pitchFamily="34" charset="-122"/>
                <a:cs typeface="Arial" pitchFamily="34" charset="-120"/>
              </a:rPr>
              <a:t>Protects personal &amp; financial data</a:t>
            </a:r>
            <a:endParaRPr lang="en-US" sz="950" dirty="0"/>
          </a:p>
        </p:txBody>
      </p:sp>
      <p:sp>
        <p:nvSpPr>
          <p:cNvPr id="43" name="Shape 41"/>
          <p:cNvSpPr/>
          <p:nvPr/>
        </p:nvSpPr>
        <p:spPr>
          <a:xfrm>
            <a:off x="2514600" y="4315968"/>
            <a:ext cx="109728" cy="109728"/>
          </a:xfrm>
          <a:prstGeom prst="ellipse">
            <a:avLst/>
          </a:prstGeom>
          <a:solidFill>
            <a:srgbClr val="39FF14"/>
          </a:solidFill>
          <a:ln w="12700">
            <a:solidFill>
              <a:srgbClr val="39FF14"/>
            </a:solidFill>
            <a:prstDash val="solid"/>
          </a:ln>
        </p:spPr>
      </p:sp>
      <p:sp>
        <p:nvSpPr>
          <p:cNvPr id="44" name="Text 42"/>
          <p:cNvSpPr/>
          <p:nvPr/>
        </p:nvSpPr>
        <p:spPr>
          <a:xfrm>
            <a:off x="2697480" y="4279392"/>
            <a:ext cx="2011680" cy="228600"/>
          </a:xfrm>
          <a:prstGeom prst="rect">
            <a:avLst/>
          </a:prstGeom>
          <a:noFill/>
          <a:ln/>
        </p:spPr>
        <p:txBody>
          <a:bodyPr wrap="square" rtlCol="0" anchor="ctr"/>
          <a:lstStyle/>
          <a:p>
            <a:pPr indent="0" marL="0">
              <a:buNone/>
            </a:pPr>
            <a:r>
              <a:rPr lang="en-US" sz="950" dirty="0">
                <a:solidFill>
                  <a:srgbClr val="C9D1D9"/>
                </a:solidFill>
                <a:latin typeface="Arial" pitchFamily="34" charset="0"/>
                <a:ea typeface="Arial" pitchFamily="34" charset="-122"/>
                <a:cs typeface="Arial" pitchFamily="34" charset="-120"/>
              </a:rPr>
              <a:t>Prevents identity theft &amp; fraud</a:t>
            </a:r>
            <a:endParaRPr lang="en-US" sz="950" dirty="0"/>
          </a:p>
        </p:txBody>
      </p:sp>
      <p:sp>
        <p:nvSpPr>
          <p:cNvPr id="45" name="Shape 43"/>
          <p:cNvSpPr/>
          <p:nvPr/>
        </p:nvSpPr>
        <p:spPr>
          <a:xfrm>
            <a:off x="4709160" y="4315968"/>
            <a:ext cx="109728" cy="109728"/>
          </a:xfrm>
          <a:prstGeom prst="ellipse">
            <a:avLst/>
          </a:prstGeom>
          <a:solidFill>
            <a:srgbClr val="39FF14"/>
          </a:solidFill>
          <a:ln w="12700">
            <a:solidFill>
              <a:srgbClr val="39FF14"/>
            </a:solidFill>
            <a:prstDash val="solid"/>
          </a:ln>
        </p:spPr>
      </p:sp>
      <p:sp>
        <p:nvSpPr>
          <p:cNvPr id="46" name="Text 44"/>
          <p:cNvSpPr/>
          <p:nvPr/>
        </p:nvSpPr>
        <p:spPr>
          <a:xfrm>
            <a:off x="4892040" y="4279392"/>
            <a:ext cx="2011680" cy="228600"/>
          </a:xfrm>
          <a:prstGeom prst="rect">
            <a:avLst/>
          </a:prstGeom>
          <a:noFill/>
          <a:ln/>
        </p:spPr>
        <p:txBody>
          <a:bodyPr wrap="square" rtlCol="0" anchor="ctr"/>
          <a:lstStyle/>
          <a:p>
            <a:pPr indent="0" marL="0">
              <a:buNone/>
            </a:pPr>
            <a:r>
              <a:rPr lang="en-US" sz="950" dirty="0">
                <a:solidFill>
                  <a:srgbClr val="C9D1D9"/>
                </a:solidFill>
                <a:latin typeface="Arial" pitchFamily="34" charset="0"/>
                <a:ea typeface="Arial" pitchFamily="34" charset="-122"/>
                <a:cs typeface="Arial" pitchFamily="34" charset="-120"/>
              </a:rPr>
              <a:t>Secures national infrastructure</a:t>
            </a:r>
            <a:endParaRPr lang="en-US" sz="950" dirty="0"/>
          </a:p>
        </p:txBody>
      </p:sp>
      <p:sp>
        <p:nvSpPr>
          <p:cNvPr id="47" name="Shape 45"/>
          <p:cNvSpPr/>
          <p:nvPr/>
        </p:nvSpPr>
        <p:spPr>
          <a:xfrm>
            <a:off x="6903720" y="4315968"/>
            <a:ext cx="109728" cy="109728"/>
          </a:xfrm>
          <a:prstGeom prst="ellipse">
            <a:avLst/>
          </a:prstGeom>
          <a:solidFill>
            <a:srgbClr val="39FF14"/>
          </a:solidFill>
          <a:ln w="12700">
            <a:solidFill>
              <a:srgbClr val="39FF14"/>
            </a:solidFill>
            <a:prstDash val="solid"/>
          </a:ln>
        </p:spPr>
      </p:sp>
      <p:sp>
        <p:nvSpPr>
          <p:cNvPr id="48" name="Text 46"/>
          <p:cNvSpPr/>
          <p:nvPr/>
        </p:nvSpPr>
        <p:spPr>
          <a:xfrm>
            <a:off x="7086600" y="4279392"/>
            <a:ext cx="2011680" cy="228600"/>
          </a:xfrm>
          <a:prstGeom prst="rect">
            <a:avLst/>
          </a:prstGeom>
          <a:noFill/>
          <a:ln/>
        </p:spPr>
        <p:txBody>
          <a:bodyPr wrap="square" rtlCol="0" anchor="ctr"/>
          <a:lstStyle/>
          <a:p>
            <a:pPr indent="0" marL="0">
              <a:buNone/>
            </a:pPr>
            <a:r>
              <a:rPr lang="en-US" sz="950" dirty="0">
                <a:solidFill>
                  <a:srgbClr val="C9D1D9"/>
                </a:solidFill>
                <a:latin typeface="Arial" pitchFamily="34" charset="0"/>
                <a:ea typeface="Arial" pitchFamily="34" charset="-122"/>
                <a:cs typeface="Arial" pitchFamily="34" charset="-120"/>
              </a:rPr>
              <a:t>Ensures safe internet for everyone</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0A0F"/>
        </a:solidFill>
      </p:bgPr>
    </p:bg>
    <p:spTree>
      <p:nvGrpSpPr>
        <p:cNvPr id="1" name=""/>
        <p:cNvGrpSpPr/>
        <p:nvPr/>
      </p:nvGrpSpPr>
      <p:grpSpPr>
        <a:xfrm>
          <a:off x="0" y="0"/>
          <a:ext cx="0" cy="0"/>
          <a:chOff x="0" y="0"/>
          <a:chExt cx="0" cy="0"/>
        </a:xfrm>
      </p:grpSpPr>
      <p:sp>
        <p:nvSpPr>
          <p:cNvPr id="2" name="Shape 0"/>
          <p:cNvSpPr/>
          <p:nvPr/>
        </p:nvSpPr>
        <p:spPr>
          <a:xfrm>
            <a:off x="0" y="0"/>
            <a:ext cx="0" cy="5143500"/>
          </a:xfrm>
          <a:prstGeom prst="line">
            <a:avLst/>
          </a:prstGeom>
          <a:noFill/>
          <a:ln w="1905">
            <a:solidFill>
              <a:srgbClr val="00F5FF">
                <a:alpha val="15000"/>
              </a:srgbClr>
            </a:solidFill>
            <a:prstDash val="solid"/>
          </a:ln>
        </p:spPr>
      </p:sp>
      <p:sp>
        <p:nvSpPr>
          <p:cNvPr id="3" name="Shape 1"/>
          <p:cNvSpPr/>
          <p:nvPr/>
        </p:nvSpPr>
        <p:spPr>
          <a:xfrm>
            <a:off x="1005840" y="0"/>
            <a:ext cx="0" cy="5143500"/>
          </a:xfrm>
          <a:prstGeom prst="line">
            <a:avLst/>
          </a:prstGeom>
          <a:noFill/>
          <a:ln w="1905">
            <a:solidFill>
              <a:srgbClr val="00F5FF">
                <a:alpha val="15000"/>
              </a:srgbClr>
            </a:solidFill>
            <a:prstDash val="solid"/>
          </a:ln>
        </p:spPr>
      </p:sp>
      <p:sp>
        <p:nvSpPr>
          <p:cNvPr id="4" name="Shape 2"/>
          <p:cNvSpPr/>
          <p:nvPr/>
        </p:nvSpPr>
        <p:spPr>
          <a:xfrm>
            <a:off x="2011680" y="0"/>
            <a:ext cx="0" cy="5143500"/>
          </a:xfrm>
          <a:prstGeom prst="line">
            <a:avLst/>
          </a:prstGeom>
          <a:noFill/>
          <a:ln w="1905">
            <a:solidFill>
              <a:srgbClr val="00F5FF">
                <a:alpha val="15000"/>
              </a:srgbClr>
            </a:solidFill>
            <a:prstDash val="solid"/>
          </a:ln>
        </p:spPr>
      </p:sp>
      <p:sp>
        <p:nvSpPr>
          <p:cNvPr id="5" name="Shape 3"/>
          <p:cNvSpPr/>
          <p:nvPr/>
        </p:nvSpPr>
        <p:spPr>
          <a:xfrm>
            <a:off x="3017520" y="0"/>
            <a:ext cx="0" cy="5143500"/>
          </a:xfrm>
          <a:prstGeom prst="line">
            <a:avLst/>
          </a:prstGeom>
          <a:noFill/>
          <a:ln w="1905">
            <a:solidFill>
              <a:srgbClr val="00F5FF">
                <a:alpha val="15000"/>
              </a:srgbClr>
            </a:solidFill>
            <a:prstDash val="solid"/>
          </a:ln>
        </p:spPr>
      </p:sp>
      <p:sp>
        <p:nvSpPr>
          <p:cNvPr id="6" name="Shape 4"/>
          <p:cNvSpPr/>
          <p:nvPr/>
        </p:nvSpPr>
        <p:spPr>
          <a:xfrm>
            <a:off x="4023360" y="0"/>
            <a:ext cx="0" cy="5143500"/>
          </a:xfrm>
          <a:prstGeom prst="line">
            <a:avLst/>
          </a:prstGeom>
          <a:noFill/>
          <a:ln w="1905">
            <a:solidFill>
              <a:srgbClr val="00F5FF">
                <a:alpha val="15000"/>
              </a:srgbClr>
            </a:solidFill>
            <a:prstDash val="solid"/>
          </a:ln>
        </p:spPr>
      </p:sp>
      <p:sp>
        <p:nvSpPr>
          <p:cNvPr id="7" name="Shape 5"/>
          <p:cNvSpPr/>
          <p:nvPr/>
        </p:nvSpPr>
        <p:spPr>
          <a:xfrm>
            <a:off x="5029200" y="0"/>
            <a:ext cx="0" cy="5143500"/>
          </a:xfrm>
          <a:prstGeom prst="line">
            <a:avLst/>
          </a:prstGeom>
          <a:noFill/>
          <a:ln w="1905">
            <a:solidFill>
              <a:srgbClr val="00F5FF">
                <a:alpha val="15000"/>
              </a:srgbClr>
            </a:solidFill>
            <a:prstDash val="solid"/>
          </a:ln>
        </p:spPr>
      </p:sp>
      <p:sp>
        <p:nvSpPr>
          <p:cNvPr id="8" name="Shape 6"/>
          <p:cNvSpPr/>
          <p:nvPr/>
        </p:nvSpPr>
        <p:spPr>
          <a:xfrm>
            <a:off x="6035040" y="0"/>
            <a:ext cx="0" cy="5143500"/>
          </a:xfrm>
          <a:prstGeom prst="line">
            <a:avLst/>
          </a:prstGeom>
          <a:noFill/>
          <a:ln w="1905">
            <a:solidFill>
              <a:srgbClr val="00F5FF">
                <a:alpha val="15000"/>
              </a:srgbClr>
            </a:solidFill>
            <a:prstDash val="solid"/>
          </a:ln>
        </p:spPr>
      </p:sp>
      <p:sp>
        <p:nvSpPr>
          <p:cNvPr id="9" name="Shape 7"/>
          <p:cNvSpPr/>
          <p:nvPr/>
        </p:nvSpPr>
        <p:spPr>
          <a:xfrm>
            <a:off x="7040880" y="0"/>
            <a:ext cx="0" cy="5143500"/>
          </a:xfrm>
          <a:prstGeom prst="line">
            <a:avLst/>
          </a:prstGeom>
          <a:noFill/>
          <a:ln w="1905">
            <a:solidFill>
              <a:srgbClr val="00F5FF">
                <a:alpha val="15000"/>
              </a:srgbClr>
            </a:solidFill>
            <a:prstDash val="solid"/>
          </a:ln>
        </p:spPr>
      </p:sp>
      <p:sp>
        <p:nvSpPr>
          <p:cNvPr id="10" name="Shape 8"/>
          <p:cNvSpPr/>
          <p:nvPr/>
        </p:nvSpPr>
        <p:spPr>
          <a:xfrm>
            <a:off x="8046720" y="0"/>
            <a:ext cx="0" cy="5143500"/>
          </a:xfrm>
          <a:prstGeom prst="line">
            <a:avLst/>
          </a:prstGeom>
          <a:noFill/>
          <a:ln w="1905">
            <a:solidFill>
              <a:srgbClr val="00F5FF">
                <a:alpha val="15000"/>
              </a:srgbClr>
            </a:solidFill>
            <a:prstDash val="solid"/>
          </a:ln>
        </p:spPr>
      </p:sp>
      <p:sp>
        <p:nvSpPr>
          <p:cNvPr id="11" name="Shape 9"/>
          <p:cNvSpPr/>
          <p:nvPr/>
        </p:nvSpPr>
        <p:spPr>
          <a:xfrm>
            <a:off x="9052560" y="0"/>
            <a:ext cx="0" cy="5143500"/>
          </a:xfrm>
          <a:prstGeom prst="line">
            <a:avLst/>
          </a:prstGeom>
          <a:noFill/>
          <a:ln w="1905">
            <a:solidFill>
              <a:srgbClr val="00F5FF">
                <a:alpha val="15000"/>
              </a:srgbClr>
            </a:solidFill>
            <a:prstDash val="solid"/>
          </a:ln>
        </p:spPr>
      </p:sp>
      <p:sp>
        <p:nvSpPr>
          <p:cNvPr id="12" name="Shape 10"/>
          <p:cNvSpPr/>
          <p:nvPr/>
        </p:nvSpPr>
        <p:spPr>
          <a:xfrm>
            <a:off x="0" y="0"/>
            <a:ext cx="9144000" cy="0"/>
          </a:xfrm>
          <a:prstGeom prst="line">
            <a:avLst/>
          </a:prstGeom>
          <a:noFill/>
          <a:ln w="1905">
            <a:solidFill>
              <a:srgbClr val="00F5FF">
                <a:alpha val="15000"/>
              </a:srgbClr>
            </a:solidFill>
            <a:prstDash val="solid"/>
          </a:ln>
        </p:spPr>
      </p:sp>
      <p:sp>
        <p:nvSpPr>
          <p:cNvPr id="13" name="Shape 11"/>
          <p:cNvSpPr/>
          <p:nvPr/>
        </p:nvSpPr>
        <p:spPr>
          <a:xfrm>
            <a:off x="0" y="914400"/>
            <a:ext cx="9144000" cy="0"/>
          </a:xfrm>
          <a:prstGeom prst="line">
            <a:avLst/>
          </a:prstGeom>
          <a:noFill/>
          <a:ln w="1905">
            <a:solidFill>
              <a:srgbClr val="00F5FF">
                <a:alpha val="15000"/>
              </a:srgbClr>
            </a:solidFill>
            <a:prstDash val="solid"/>
          </a:ln>
        </p:spPr>
      </p:sp>
      <p:sp>
        <p:nvSpPr>
          <p:cNvPr id="14" name="Shape 12"/>
          <p:cNvSpPr/>
          <p:nvPr/>
        </p:nvSpPr>
        <p:spPr>
          <a:xfrm>
            <a:off x="0" y="1828800"/>
            <a:ext cx="9144000" cy="0"/>
          </a:xfrm>
          <a:prstGeom prst="line">
            <a:avLst/>
          </a:prstGeom>
          <a:noFill/>
          <a:ln w="1905">
            <a:solidFill>
              <a:srgbClr val="00F5FF">
                <a:alpha val="15000"/>
              </a:srgbClr>
            </a:solidFill>
            <a:prstDash val="solid"/>
          </a:ln>
        </p:spPr>
      </p:sp>
      <p:sp>
        <p:nvSpPr>
          <p:cNvPr id="15" name="Shape 13"/>
          <p:cNvSpPr/>
          <p:nvPr/>
        </p:nvSpPr>
        <p:spPr>
          <a:xfrm>
            <a:off x="0" y="2743200"/>
            <a:ext cx="9144000" cy="0"/>
          </a:xfrm>
          <a:prstGeom prst="line">
            <a:avLst/>
          </a:prstGeom>
          <a:noFill/>
          <a:ln w="1905">
            <a:solidFill>
              <a:srgbClr val="00F5FF">
                <a:alpha val="15000"/>
              </a:srgbClr>
            </a:solidFill>
            <a:prstDash val="solid"/>
          </a:ln>
        </p:spPr>
      </p:sp>
      <p:sp>
        <p:nvSpPr>
          <p:cNvPr id="16" name="Shape 14"/>
          <p:cNvSpPr/>
          <p:nvPr/>
        </p:nvSpPr>
        <p:spPr>
          <a:xfrm>
            <a:off x="0" y="3657600"/>
            <a:ext cx="9144000" cy="0"/>
          </a:xfrm>
          <a:prstGeom prst="line">
            <a:avLst/>
          </a:prstGeom>
          <a:noFill/>
          <a:ln w="1905">
            <a:solidFill>
              <a:srgbClr val="00F5FF">
                <a:alpha val="15000"/>
              </a:srgbClr>
            </a:solidFill>
            <a:prstDash val="solid"/>
          </a:ln>
        </p:spPr>
      </p:sp>
      <p:sp>
        <p:nvSpPr>
          <p:cNvPr id="17" name="Shape 15"/>
          <p:cNvSpPr/>
          <p:nvPr/>
        </p:nvSpPr>
        <p:spPr>
          <a:xfrm>
            <a:off x="0" y="4572000"/>
            <a:ext cx="9144000" cy="0"/>
          </a:xfrm>
          <a:prstGeom prst="line">
            <a:avLst/>
          </a:prstGeom>
          <a:noFill/>
          <a:ln w="1905">
            <a:solidFill>
              <a:srgbClr val="00F5FF">
                <a:alpha val="15000"/>
              </a:srgbClr>
            </a:solidFill>
            <a:prstDash val="solid"/>
          </a:ln>
        </p:spPr>
      </p:sp>
      <p:sp>
        <p:nvSpPr>
          <p:cNvPr id="18" name="Shape 16"/>
          <p:cNvSpPr/>
          <p:nvPr/>
        </p:nvSpPr>
        <p:spPr>
          <a:xfrm>
            <a:off x="0" y="0"/>
            <a:ext cx="9144000" cy="73152"/>
          </a:xfrm>
          <a:prstGeom prst="rect">
            <a:avLst/>
          </a:prstGeom>
          <a:solidFill>
            <a:srgbClr val="39FF14"/>
          </a:solidFill>
          <a:ln w="12700">
            <a:solidFill>
              <a:srgbClr val="39FF14"/>
            </a:solidFill>
            <a:prstDash val="solid"/>
          </a:ln>
        </p:spPr>
      </p:sp>
      <p:sp>
        <p:nvSpPr>
          <p:cNvPr id="19" name="Shape 17"/>
          <p:cNvSpPr/>
          <p:nvPr/>
        </p:nvSpPr>
        <p:spPr>
          <a:xfrm>
            <a:off x="0" y="5070348"/>
            <a:ext cx="9144000" cy="73152"/>
          </a:xfrm>
          <a:prstGeom prst="rect">
            <a:avLst/>
          </a:prstGeom>
          <a:solidFill>
            <a:srgbClr val="39FF14"/>
          </a:solidFill>
          <a:ln w="12700">
            <a:solidFill>
              <a:srgbClr val="39FF14"/>
            </a:solidFill>
            <a:prstDash val="solid"/>
          </a:ln>
        </p:spPr>
      </p:sp>
      <p:sp>
        <p:nvSpPr>
          <p:cNvPr id="20" name="Shape 18"/>
          <p:cNvSpPr/>
          <p:nvPr/>
        </p:nvSpPr>
        <p:spPr>
          <a:xfrm>
            <a:off x="320040" y="164592"/>
            <a:ext cx="45720" cy="384048"/>
          </a:xfrm>
          <a:prstGeom prst="rect">
            <a:avLst/>
          </a:prstGeom>
          <a:solidFill>
            <a:srgbClr val="39FF14"/>
          </a:solidFill>
          <a:ln w="12700">
            <a:solidFill>
              <a:srgbClr val="39FF14"/>
            </a:solidFill>
            <a:prstDash val="solid"/>
          </a:ln>
        </p:spPr>
      </p:sp>
      <p:sp>
        <p:nvSpPr>
          <p:cNvPr id="21" name="Text 19"/>
          <p:cNvSpPr/>
          <p:nvPr/>
        </p:nvSpPr>
        <p:spPr>
          <a:xfrm>
            <a:off x="457200" y="155448"/>
            <a:ext cx="5486400" cy="411480"/>
          </a:xfrm>
          <a:prstGeom prst="rect">
            <a:avLst/>
          </a:prstGeom>
          <a:noFill/>
          <a:ln/>
        </p:spPr>
        <p:txBody>
          <a:bodyPr wrap="square" rtlCol="0" anchor="ctr"/>
          <a:lstStyle/>
          <a:p>
            <a:pPr indent="0" marL="0">
              <a:buNone/>
            </a:pPr>
            <a:r>
              <a:rPr lang="en-US" sz="1100" b="1" spc="300" kern="0" dirty="0">
                <a:solidFill>
                  <a:srgbClr val="39FF14"/>
                </a:solidFill>
                <a:latin typeface="Courier New" pitchFamily="34" charset="0"/>
                <a:ea typeface="Courier New" pitchFamily="34" charset="-122"/>
                <a:cs typeface="Courier New" pitchFamily="34" charset="-120"/>
              </a:rPr>
              <a:t>02  //  CYBERCRIME</a:t>
            </a:r>
            <a:endParaRPr lang="en-US" sz="1100" dirty="0"/>
          </a:p>
        </p:txBody>
      </p:sp>
      <p:sp>
        <p:nvSpPr>
          <p:cNvPr id="22" name="Text 20"/>
          <p:cNvSpPr/>
          <p:nvPr/>
        </p:nvSpPr>
        <p:spPr>
          <a:xfrm>
            <a:off x="8046720" y="4828032"/>
            <a:ext cx="914400" cy="228600"/>
          </a:xfrm>
          <a:prstGeom prst="rect">
            <a:avLst/>
          </a:prstGeom>
          <a:noFill/>
          <a:ln/>
        </p:spPr>
        <p:txBody>
          <a:bodyPr wrap="square" rtlCol="0" anchor="ctr"/>
          <a:lstStyle/>
          <a:p>
            <a:pPr algn="r" indent="0" marL="0">
              <a:buNone/>
            </a:pPr>
            <a:r>
              <a:rPr lang="en-US" sz="900" dirty="0">
                <a:solidFill>
                  <a:srgbClr val="8B949E"/>
                </a:solidFill>
                <a:latin typeface="Courier New" pitchFamily="34" charset="0"/>
                <a:ea typeface="Courier New" pitchFamily="34" charset="-122"/>
                <a:cs typeface="Courier New" pitchFamily="34" charset="-120"/>
              </a:rPr>
              <a:t>04 / 12</a:t>
            </a:r>
            <a:endParaRPr lang="en-US" sz="900" dirty="0"/>
          </a:p>
        </p:txBody>
      </p:sp>
      <p:sp>
        <p:nvSpPr>
          <p:cNvPr id="23" name="Text 21"/>
          <p:cNvSpPr/>
          <p:nvPr/>
        </p:nvSpPr>
        <p:spPr>
          <a:xfrm>
            <a:off x="320040" y="502920"/>
            <a:ext cx="8229600" cy="548640"/>
          </a:xfrm>
          <a:prstGeom prst="rect">
            <a:avLst/>
          </a:prstGeom>
          <a:noFill/>
          <a:ln/>
        </p:spPr>
        <p:txBody>
          <a:bodyPr wrap="square" rtlCol="0" anchor="ctr"/>
          <a:lstStyle/>
          <a:p>
            <a:pPr indent="0" marL="0">
              <a:buNone/>
            </a:pPr>
            <a:r>
              <a:rPr lang="en-US" sz="3000" b="1" dirty="0">
                <a:solidFill>
                  <a:srgbClr val="FFFFFF"/>
                </a:solidFill>
                <a:latin typeface="Arial Black" pitchFamily="34" charset="0"/>
                <a:ea typeface="Arial Black" pitchFamily="34" charset="-122"/>
                <a:cs typeface="Arial Black" pitchFamily="34" charset="-120"/>
              </a:rPr>
              <a:t>What is Cybercrime?</a:t>
            </a:r>
            <a:endParaRPr lang="en-US" sz="3000" dirty="0"/>
          </a:p>
        </p:txBody>
      </p:sp>
      <p:sp>
        <p:nvSpPr>
          <p:cNvPr id="24" name="Shape 22"/>
          <p:cNvSpPr/>
          <p:nvPr/>
        </p:nvSpPr>
        <p:spPr>
          <a:xfrm>
            <a:off x="320040" y="1097280"/>
            <a:ext cx="8503920" cy="749808"/>
          </a:xfrm>
          <a:prstGeom prst="rect">
            <a:avLst/>
          </a:prstGeom>
          <a:solidFill>
            <a:srgbClr val="21262D"/>
          </a:solidFill>
          <a:ln w="19050">
            <a:solidFill>
              <a:srgbClr val="39FF14"/>
            </a:solidFill>
            <a:prstDash val="solid"/>
          </a:ln>
        </p:spPr>
      </p:sp>
      <p:sp>
        <p:nvSpPr>
          <p:cNvPr id="25" name="Shape 23"/>
          <p:cNvSpPr/>
          <p:nvPr/>
        </p:nvSpPr>
        <p:spPr>
          <a:xfrm>
            <a:off x="320040" y="1097280"/>
            <a:ext cx="54864" cy="749808"/>
          </a:xfrm>
          <a:prstGeom prst="rect">
            <a:avLst/>
          </a:prstGeom>
          <a:solidFill>
            <a:srgbClr val="39FF14"/>
          </a:solidFill>
          <a:ln w="12700">
            <a:solidFill>
              <a:srgbClr val="39FF14"/>
            </a:solidFill>
            <a:prstDash val="solid"/>
          </a:ln>
        </p:spPr>
      </p:sp>
      <p:sp>
        <p:nvSpPr>
          <p:cNvPr id="26" name="Text 24"/>
          <p:cNvSpPr/>
          <p:nvPr/>
        </p:nvSpPr>
        <p:spPr>
          <a:xfrm>
            <a:off x="502920" y="1115568"/>
            <a:ext cx="8229600" cy="713232"/>
          </a:xfrm>
          <a:prstGeom prst="rect">
            <a:avLst/>
          </a:prstGeom>
          <a:noFill/>
          <a:ln/>
        </p:spPr>
        <p:txBody>
          <a:bodyPr wrap="square" rtlCol="0" anchor="ctr"/>
          <a:lstStyle/>
          <a:p>
            <a:pPr indent="0" marL="0">
              <a:buNone/>
            </a:pPr>
            <a:r>
              <a:rPr lang="en-US" sz="1200" dirty="0">
                <a:solidFill>
                  <a:srgbClr val="C9D1D9"/>
                </a:solidFill>
                <a:latin typeface="Arial" pitchFamily="34" charset="0"/>
                <a:ea typeface="Arial" pitchFamily="34" charset="-122"/>
                <a:cs typeface="Arial" pitchFamily="34" charset="-120"/>
              </a:rPr>
              <a:t>Cybercrime refers to any criminal activity that involves a computer, network, or the internet. Cybercriminals use technology to steal information, disrupt services, extort money, or harm individuals and organisations. In India, the IT Act 2000 makes these offences punishable by law.</a:t>
            </a:r>
            <a:endParaRPr lang="en-US" sz="1200" dirty="0"/>
          </a:p>
        </p:txBody>
      </p:sp>
      <p:sp>
        <p:nvSpPr>
          <p:cNvPr id="27" name="Text 25"/>
          <p:cNvSpPr/>
          <p:nvPr/>
        </p:nvSpPr>
        <p:spPr>
          <a:xfrm>
            <a:off x="320040" y="1938528"/>
            <a:ext cx="3657600" cy="274320"/>
          </a:xfrm>
          <a:prstGeom prst="rect">
            <a:avLst/>
          </a:prstGeom>
          <a:noFill/>
          <a:ln/>
        </p:spPr>
        <p:txBody>
          <a:bodyPr wrap="square" rtlCol="0" anchor="ctr"/>
          <a:lstStyle/>
          <a:p>
            <a:pPr indent="0" marL="0">
              <a:buNone/>
            </a:pPr>
            <a:r>
              <a:rPr lang="en-US" sz="1000" b="1" dirty="0">
                <a:solidFill>
                  <a:srgbClr val="39FF14"/>
                </a:solidFill>
                <a:latin typeface="Courier New" pitchFamily="34" charset="0"/>
                <a:ea typeface="Courier New" pitchFamily="34" charset="-122"/>
                <a:cs typeface="Courier New" pitchFamily="34" charset="-120"/>
              </a:rPr>
              <a:t>Common Targets:</a:t>
            </a:r>
            <a:endParaRPr lang="en-US" sz="1000" dirty="0"/>
          </a:p>
        </p:txBody>
      </p:sp>
      <p:sp>
        <p:nvSpPr>
          <p:cNvPr id="28" name="Shape 26"/>
          <p:cNvSpPr/>
          <p:nvPr/>
        </p:nvSpPr>
        <p:spPr>
          <a:xfrm>
            <a:off x="320040" y="2267712"/>
            <a:ext cx="2606040" cy="914400"/>
          </a:xfrm>
          <a:prstGeom prst="rect">
            <a:avLst/>
          </a:prstGeom>
          <a:solidFill>
            <a:srgbClr val="21262D"/>
          </a:solidFill>
          <a:ln w="12700">
            <a:solidFill>
              <a:srgbClr val="39FF14"/>
            </a:solidFill>
            <a:prstDash val="solid"/>
          </a:ln>
          <a:effectLst>
            <a:outerShdw sx="100000" sy="100000" kx="0" ky="0" algn="bl" rotWithShape="0" blurRad="1290320000" dist="483870000" dir="486000000000">
              <a:srgbClr val="000000">
                <a:alpha val="5000000000"/>
              </a:srgbClr>
            </a:outerShdw>
          </a:effectLst>
        </p:spPr>
      </p:sp>
      <p:sp>
        <p:nvSpPr>
          <p:cNvPr id="29" name="Text 27"/>
          <p:cNvSpPr/>
          <p:nvPr/>
        </p:nvSpPr>
        <p:spPr>
          <a:xfrm>
            <a:off x="320040" y="2322576"/>
            <a:ext cx="640080" cy="45720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30" name="Text 28"/>
          <p:cNvSpPr/>
          <p:nvPr/>
        </p:nvSpPr>
        <p:spPr>
          <a:xfrm>
            <a:off x="914400" y="2322576"/>
            <a:ext cx="1920240" cy="274320"/>
          </a:xfrm>
          <a:prstGeom prst="rect">
            <a:avLst/>
          </a:prstGeom>
          <a:noFill/>
          <a:ln/>
        </p:spPr>
        <p:txBody>
          <a:bodyPr wrap="square" rtlCol="0" anchor="ctr"/>
          <a:lstStyle/>
          <a:p>
            <a:pPr indent="0" marL="0">
              <a:buNone/>
            </a:pPr>
            <a:r>
              <a:rPr lang="en-US" sz="1200" b="1" dirty="0">
                <a:solidFill>
                  <a:srgbClr val="39FF14"/>
                </a:solidFill>
                <a:latin typeface="Arial" pitchFamily="34" charset="0"/>
                <a:ea typeface="Arial" pitchFamily="34" charset="-122"/>
                <a:cs typeface="Arial" pitchFamily="34" charset="-120"/>
              </a:rPr>
              <a:t>Individuals</a:t>
            </a:r>
            <a:endParaRPr lang="en-US" sz="1200" dirty="0"/>
          </a:p>
        </p:txBody>
      </p:sp>
      <p:sp>
        <p:nvSpPr>
          <p:cNvPr id="31" name="Text 29"/>
          <p:cNvSpPr/>
          <p:nvPr/>
        </p:nvSpPr>
        <p:spPr>
          <a:xfrm>
            <a:off x="914400" y="2596896"/>
            <a:ext cx="1920240" cy="502920"/>
          </a:xfrm>
          <a:prstGeom prst="rect">
            <a:avLst/>
          </a:prstGeom>
          <a:noFill/>
          <a:ln/>
        </p:spPr>
        <p:txBody>
          <a:bodyPr wrap="square" rtlCol="0" anchor="ctr"/>
          <a:lstStyle/>
          <a:p>
            <a:pPr indent="0" marL="0">
              <a:buNone/>
            </a:pPr>
            <a:r>
              <a:rPr lang="en-US" sz="950" dirty="0">
                <a:solidFill>
                  <a:srgbClr val="8B949E"/>
                </a:solidFill>
                <a:latin typeface="Arial" pitchFamily="34" charset="0"/>
                <a:ea typeface="Arial" pitchFamily="34" charset="-122"/>
                <a:cs typeface="Arial" pitchFamily="34" charset="-120"/>
              </a:rPr>
              <a:t>Personal data, money, photos stolen</a:t>
            </a:r>
            <a:endParaRPr lang="en-US" sz="950" dirty="0"/>
          </a:p>
        </p:txBody>
      </p:sp>
      <p:sp>
        <p:nvSpPr>
          <p:cNvPr id="32" name="Shape 30"/>
          <p:cNvSpPr/>
          <p:nvPr/>
        </p:nvSpPr>
        <p:spPr>
          <a:xfrm>
            <a:off x="3154680" y="2267712"/>
            <a:ext cx="2606040" cy="914400"/>
          </a:xfrm>
          <a:prstGeom prst="rect">
            <a:avLst/>
          </a:prstGeom>
          <a:solidFill>
            <a:srgbClr val="21262D"/>
          </a:solidFill>
          <a:ln w="12700">
            <a:solidFill>
              <a:srgbClr val="39FF14"/>
            </a:solidFill>
            <a:prstDash val="solid"/>
          </a:ln>
          <a:effectLst>
            <a:outerShdw sx="100000" sy="100000" kx="0" ky="0" algn="bl" rotWithShape="0" blurRad="1290320000" dist="483870000" dir="486000000000">
              <a:srgbClr val="000000">
                <a:alpha val="5000000000"/>
              </a:srgbClr>
            </a:outerShdw>
          </a:effectLst>
        </p:spPr>
      </p:sp>
      <p:sp>
        <p:nvSpPr>
          <p:cNvPr id="33" name="Text 31"/>
          <p:cNvSpPr/>
          <p:nvPr/>
        </p:nvSpPr>
        <p:spPr>
          <a:xfrm>
            <a:off x="3154680" y="2322576"/>
            <a:ext cx="640080" cy="45720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34" name="Text 32"/>
          <p:cNvSpPr/>
          <p:nvPr/>
        </p:nvSpPr>
        <p:spPr>
          <a:xfrm>
            <a:off x="3749040" y="2322576"/>
            <a:ext cx="1920240" cy="274320"/>
          </a:xfrm>
          <a:prstGeom prst="rect">
            <a:avLst/>
          </a:prstGeom>
          <a:noFill/>
          <a:ln/>
        </p:spPr>
        <p:txBody>
          <a:bodyPr wrap="square" rtlCol="0" anchor="ctr"/>
          <a:lstStyle/>
          <a:p>
            <a:pPr indent="0" marL="0">
              <a:buNone/>
            </a:pPr>
            <a:r>
              <a:rPr lang="en-US" sz="1200" b="1" dirty="0">
                <a:solidFill>
                  <a:srgbClr val="39FF14"/>
                </a:solidFill>
                <a:latin typeface="Arial" pitchFamily="34" charset="0"/>
                <a:ea typeface="Arial" pitchFamily="34" charset="-122"/>
                <a:cs typeface="Arial" pitchFamily="34" charset="-120"/>
              </a:rPr>
              <a:t>Businesses</a:t>
            </a:r>
            <a:endParaRPr lang="en-US" sz="1200" dirty="0"/>
          </a:p>
        </p:txBody>
      </p:sp>
      <p:sp>
        <p:nvSpPr>
          <p:cNvPr id="35" name="Text 33"/>
          <p:cNvSpPr/>
          <p:nvPr/>
        </p:nvSpPr>
        <p:spPr>
          <a:xfrm>
            <a:off x="3749040" y="2596896"/>
            <a:ext cx="1920240" cy="502920"/>
          </a:xfrm>
          <a:prstGeom prst="rect">
            <a:avLst/>
          </a:prstGeom>
          <a:noFill/>
          <a:ln/>
        </p:spPr>
        <p:txBody>
          <a:bodyPr wrap="square" rtlCol="0" anchor="ctr"/>
          <a:lstStyle/>
          <a:p>
            <a:pPr indent="0" marL="0">
              <a:buNone/>
            </a:pPr>
            <a:r>
              <a:rPr lang="en-US" sz="950" dirty="0">
                <a:solidFill>
                  <a:srgbClr val="8B949E"/>
                </a:solidFill>
                <a:latin typeface="Arial" pitchFamily="34" charset="0"/>
                <a:ea typeface="Arial" pitchFamily="34" charset="-122"/>
                <a:cs typeface="Arial" pitchFamily="34" charset="-120"/>
              </a:rPr>
              <a:t>Trade secrets, customer data leaked</a:t>
            </a:r>
            <a:endParaRPr lang="en-US" sz="950" dirty="0"/>
          </a:p>
        </p:txBody>
      </p:sp>
      <p:sp>
        <p:nvSpPr>
          <p:cNvPr id="36" name="Shape 34"/>
          <p:cNvSpPr/>
          <p:nvPr/>
        </p:nvSpPr>
        <p:spPr>
          <a:xfrm>
            <a:off x="5989320" y="2267712"/>
            <a:ext cx="2606040" cy="914400"/>
          </a:xfrm>
          <a:prstGeom prst="rect">
            <a:avLst/>
          </a:prstGeom>
          <a:solidFill>
            <a:srgbClr val="21262D"/>
          </a:solidFill>
          <a:ln w="12700">
            <a:solidFill>
              <a:srgbClr val="39FF14"/>
            </a:solidFill>
            <a:prstDash val="solid"/>
          </a:ln>
          <a:effectLst>
            <a:outerShdw sx="100000" sy="100000" kx="0" ky="0" algn="bl" rotWithShape="0" blurRad="1290320000" dist="483870000" dir="486000000000">
              <a:srgbClr val="000000">
                <a:alpha val="5000000000"/>
              </a:srgbClr>
            </a:outerShdw>
          </a:effectLst>
        </p:spPr>
      </p:sp>
      <p:sp>
        <p:nvSpPr>
          <p:cNvPr id="37" name="Text 35"/>
          <p:cNvSpPr/>
          <p:nvPr/>
        </p:nvSpPr>
        <p:spPr>
          <a:xfrm>
            <a:off x="5989320" y="2322576"/>
            <a:ext cx="640080" cy="45720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38" name="Text 36"/>
          <p:cNvSpPr/>
          <p:nvPr/>
        </p:nvSpPr>
        <p:spPr>
          <a:xfrm>
            <a:off x="6583680" y="2322576"/>
            <a:ext cx="1920240" cy="274320"/>
          </a:xfrm>
          <a:prstGeom prst="rect">
            <a:avLst/>
          </a:prstGeom>
          <a:noFill/>
          <a:ln/>
        </p:spPr>
        <p:txBody>
          <a:bodyPr wrap="square" rtlCol="0" anchor="ctr"/>
          <a:lstStyle/>
          <a:p>
            <a:pPr indent="0" marL="0">
              <a:buNone/>
            </a:pPr>
            <a:r>
              <a:rPr lang="en-US" sz="1200" b="1" dirty="0">
                <a:solidFill>
                  <a:srgbClr val="39FF14"/>
                </a:solidFill>
                <a:latin typeface="Arial" pitchFamily="34" charset="0"/>
                <a:ea typeface="Arial" pitchFamily="34" charset="-122"/>
                <a:cs typeface="Arial" pitchFamily="34" charset="-120"/>
              </a:rPr>
              <a:t>Banks</a:t>
            </a:r>
            <a:endParaRPr lang="en-US" sz="1200" dirty="0"/>
          </a:p>
        </p:txBody>
      </p:sp>
      <p:sp>
        <p:nvSpPr>
          <p:cNvPr id="39" name="Text 37"/>
          <p:cNvSpPr/>
          <p:nvPr/>
        </p:nvSpPr>
        <p:spPr>
          <a:xfrm>
            <a:off x="6583680" y="2596896"/>
            <a:ext cx="1920240" cy="502920"/>
          </a:xfrm>
          <a:prstGeom prst="rect">
            <a:avLst/>
          </a:prstGeom>
          <a:noFill/>
          <a:ln/>
        </p:spPr>
        <p:txBody>
          <a:bodyPr wrap="square" rtlCol="0" anchor="ctr"/>
          <a:lstStyle/>
          <a:p>
            <a:pPr indent="0" marL="0">
              <a:buNone/>
            </a:pPr>
            <a:r>
              <a:rPr lang="en-US" sz="950" dirty="0">
                <a:solidFill>
                  <a:srgbClr val="8B949E"/>
                </a:solidFill>
                <a:latin typeface="Arial" pitchFamily="34" charset="0"/>
                <a:ea typeface="Arial" pitchFamily="34" charset="-122"/>
                <a:cs typeface="Arial" pitchFamily="34" charset="-120"/>
              </a:rPr>
              <a:t>Fraudulent transfers, ATM heists</a:t>
            </a:r>
            <a:endParaRPr lang="en-US" sz="950" dirty="0"/>
          </a:p>
        </p:txBody>
      </p:sp>
      <p:sp>
        <p:nvSpPr>
          <p:cNvPr id="40" name="Shape 38"/>
          <p:cNvSpPr/>
          <p:nvPr/>
        </p:nvSpPr>
        <p:spPr>
          <a:xfrm>
            <a:off x="320040" y="3319272"/>
            <a:ext cx="2606040" cy="914400"/>
          </a:xfrm>
          <a:prstGeom prst="rect">
            <a:avLst/>
          </a:prstGeom>
          <a:solidFill>
            <a:srgbClr val="21262D"/>
          </a:solidFill>
          <a:ln w="12700">
            <a:solidFill>
              <a:srgbClr val="39FF14"/>
            </a:solidFill>
            <a:prstDash val="solid"/>
          </a:ln>
          <a:effectLst>
            <a:outerShdw sx="100000" sy="100000" kx="0" ky="0" algn="bl" rotWithShape="0" blurRad="1290320000" dist="483870000" dir="486000000000">
              <a:srgbClr val="000000">
                <a:alpha val="5000000000"/>
              </a:srgbClr>
            </a:outerShdw>
          </a:effectLst>
        </p:spPr>
      </p:sp>
      <p:sp>
        <p:nvSpPr>
          <p:cNvPr id="41" name="Text 39"/>
          <p:cNvSpPr/>
          <p:nvPr/>
        </p:nvSpPr>
        <p:spPr>
          <a:xfrm>
            <a:off x="320040" y="3374136"/>
            <a:ext cx="640080" cy="45720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42" name="Text 40"/>
          <p:cNvSpPr/>
          <p:nvPr/>
        </p:nvSpPr>
        <p:spPr>
          <a:xfrm>
            <a:off x="914400" y="3374136"/>
            <a:ext cx="1920240" cy="274320"/>
          </a:xfrm>
          <a:prstGeom prst="rect">
            <a:avLst/>
          </a:prstGeom>
          <a:noFill/>
          <a:ln/>
        </p:spPr>
        <p:txBody>
          <a:bodyPr wrap="square" rtlCol="0" anchor="ctr"/>
          <a:lstStyle/>
          <a:p>
            <a:pPr indent="0" marL="0">
              <a:buNone/>
            </a:pPr>
            <a:r>
              <a:rPr lang="en-US" sz="1200" b="1" dirty="0">
                <a:solidFill>
                  <a:srgbClr val="39FF14"/>
                </a:solidFill>
                <a:latin typeface="Arial" pitchFamily="34" charset="0"/>
                <a:ea typeface="Arial" pitchFamily="34" charset="-122"/>
                <a:cs typeface="Arial" pitchFamily="34" charset="-120"/>
              </a:rPr>
              <a:t>Hospitals</a:t>
            </a:r>
            <a:endParaRPr lang="en-US" sz="1200" dirty="0"/>
          </a:p>
        </p:txBody>
      </p:sp>
      <p:sp>
        <p:nvSpPr>
          <p:cNvPr id="43" name="Text 41"/>
          <p:cNvSpPr/>
          <p:nvPr/>
        </p:nvSpPr>
        <p:spPr>
          <a:xfrm>
            <a:off x="914400" y="3648456"/>
            <a:ext cx="1920240" cy="502920"/>
          </a:xfrm>
          <a:prstGeom prst="rect">
            <a:avLst/>
          </a:prstGeom>
          <a:noFill/>
          <a:ln/>
        </p:spPr>
        <p:txBody>
          <a:bodyPr wrap="square" rtlCol="0" anchor="ctr"/>
          <a:lstStyle/>
          <a:p>
            <a:pPr indent="0" marL="0">
              <a:buNone/>
            </a:pPr>
            <a:r>
              <a:rPr lang="en-US" sz="950" dirty="0">
                <a:solidFill>
                  <a:srgbClr val="8B949E"/>
                </a:solidFill>
                <a:latin typeface="Arial" pitchFamily="34" charset="0"/>
                <a:ea typeface="Arial" pitchFamily="34" charset="-122"/>
                <a:cs typeface="Arial" pitchFamily="34" charset="-120"/>
              </a:rPr>
              <a:t>Patient records encrypted, disrupted</a:t>
            </a:r>
            <a:endParaRPr lang="en-US" sz="950" dirty="0"/>
          </a:p>
        </p:txBody>
      </p:sp>
      <p:sp>
        <p:nvSpPr>
          <p:cNvPr id="44" name="Shape 42"/>
          <p:cNvSpPr/>
          <p:nvPr/>
        </p:nvSpPr>
        <p:spPr>
          <a:xfrm>
            <a:off x="3154680" y="3319272"/>
            <a:ext cx="2606040" cy="914400"/>
          </a:xfrm>
          <a:prstGeom prst="rect">
            <a:avLst/>
          </a:prstGeom>
          <a:solidFill>
            <a:srgbClr val="21262D"/>
          </a:solidFill>
          <a:ln w="12700">
            <a:solidFill>
              <a:srgbClr val="39FF14"/>
            </a:solidFill>
            <a:prstDash val="solid"/>
          </a:ln>
          <a:effectLst>
            <a:outerShdw sx="100000" sy="100000" kx="0" ky="0" algn="bl" rotWithShape="0" blurRad="1290320000" dist="483870000" dir="486000000000">
              <a:srgbClr val="000000">
                <a:alpha val="5000000000"/>
              </a:srgbClr>
            </a:outerShdw>
          </a:effectLst>
        </p:spPr>
      </p:sp>
      <p:sp>
        <p:nvSpPr>
          <p:cNvPr id="45" name="Text 43"/>
          <p:cNvSpPr/>
          <p:nvPr/>
        </p:nvSpPr>
        <p:spPr>
          <a:xfrm>
            <a:off x="3154680" y="3374136"/>
            <a:ext cx="640080" cy="45720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46" name="Text 44"/>
          <p:cNvSpPr/>
          <p:nvPr/>
        </p:nvSpPr>
        <p:spPr>
          <a:xfrm>
            <a:off x="3749040" y="3374136"/>
            <a:ext cx="1920240" cy="274320"/>
          </a:xfrm>
          <a:prstGeom prst="rect">
            <a:avLst/>
          </a:prstGeom>
          <a:noFill/>
          <a:ln/>
        </p:spPr>
        <p:txBody>
          <a:bodyPr wrap="square" rtlCol="0" anchor="ctr"/>
          <a:lstStyle/>
          <a:p>
            <a:pPr indent="0" marL="0">
              <a:buNone/>
            </a:pPr>
            <a:r>
              <a:rPr lang="en-US" sz="1200" b="1" dirty="0">
                <a:solidFill>
                  <a:srgbClr val="39FF14"/>
                </a:solidFill>
                <a:latin typeface="Arial" pitchFamily="34" charset="0"/>
                <a:ea typeface="Arial" pitchFamily="34" charset="-122"/>
                <a:cs typeface="Arial" pitchFamily="34" charset="-120"/>
              </a:rPr>
              <a:t>Government</a:t>
            </a:r>
            <a:endParaRPr lang="en-US" sz="1200" dirty="0"/>
          </a:p>
        </p:txBody>
      </p:sp>
      <p:sp>
        <p:nvSpPr>
          <p:cNvPr id="47" name="Text 45"/>
          <p:cNvSpPr/>
          <p:nvPr/>
        </p:nvSpPr>
        <p:spPr>
          <a:xfrm>
            <a:off x="3749040" y="3648456"/>
            <a:ext cx="1920240" cy="502920"/>
          </a:xfrm>
          <a:prstGeom prst="rect">
            <a:avLst/>
          </a:prstGeom>
          <a:noFill/>
          <a:ln/>
        </p:spPr>
        <p:txBody>
          <a:bodyPr wrap="square" rtlCol="0" anchor="ctr"/>
          <a:lstStyle/>
          <a:p>
            <a:pPr indent="0" marL="0">
              <a:buNone/>
            </a:pPr>
            <a:r>
              <a:rPr lang="en-US" sz="950" dirty="0">
                <a:solidFill>
                  <a:srgbClr val="8B949E"/>
                </a:solidFill>
                <a:latin typeface="Arial" pitchFamily="34" charset="0"/>
                <a:ea typeface="Arial" pitchFamily="34" charset="-122"/>
                <a:cs typeface="Arial" pitchFamily="34" charset="-120"/>
              </a:rPr>
              <a:t>Espionage, system disruption</a:t>
            </a:r>
            <a:endParaRPr lang="en-US" sz="950" dirty="0"/>
          </a:p>
        </p:txBody>
      </p:sp>
      <p:sp>
        <p:nvSpPr>
          <p:cNvPr id="48" name="Shape 46"/>
          <p:cNvSpPr/>
          <p:nvPr/>
        </p:nvSpPr>
        <p:spPr>
          <a:xfrm>
            <a:off x="6217920" y="2267712"/>
            <a:ext cx="2606040" cy="1965960"/>
          </a:xfrm>
          <a:prstGeom prst="rect">
            <a:avLst/>
          </a:prstGeom>
          <a:solidFill>
            <a:srgbClr val="1A2A1A"/>
          </a:solidFill>
          <a:ln w="19050">
            <a:solidFill>
              <a:srgbClr val="39FF14"/>
            </a:solidFill>
            <a:prstDash val="solid"/>
          </a:ln>
        </p:spPr>
      </p:sp>
      <p:sp>
        <p:nvSpPr>
          <p:cNvPr id="49" name="Text 47"/>
          <p:cNvSpPr/>
          <p:nvPr/>
        </p:nvSpPr>
        <p:spPr>
          <a:xfrm>
            <a:off x="6217920" y="2331720"/>
            <a:ext cx="2606040" cy="457200"/>
          </a:xfrm>
          <a:prstGeom prst="rect">
            <a:avLst/>
          </a:prstGeom>
          <a:noFill/>
          <a:ln/>
        </p:spPr>
        <p:txBody>
          <a:bodyPr wrap="square" rtlCol="0" anchor="ctr"/>
          <a:lstStyle/>
          <a:p>
            <a:pPr algn="ctr" indent="0" marL="0">
              <a:buNone/>
            </a:pPr>
            <a:r>
              <a:rPr lang="en-US" sz="2600" dirty="0">
                <a:solidFill>
                  <a:srgbClr val="000000"/>
                </a:solidFill>
              </a:rPr>
              <a:t>⚖️</a:t>
            </a:r>
            <a:endParaRPr lang="en-US" sz="2600" dirty="0"/>
          </a:p>
        </p:txBody>
      </p:sp>
      <p:sp>
        <p:nvSpPr>
          <p:cNvPr id="50" name="Text 48"/>
          <p:cNvSpPr/>
          <p:nvPr/>
        </p:nvSpPr>
        <p:spPr>
          <a:xfrm>
            <a:off x="6217920" y="2788920"/>
            <a:ext cx="2606040" cy="274320"/>
          </a:xfrm>
          <a:prstGeom prst="rect">
            <a:avLst/>
          </a:prstGeom>
          <a:noFill/>
          <a:ln/>
        </p:spPr>
        <p:txBody>
          <a:bodyPr wrap="square" rtlCol="0" anchor="ctr"/>
          <a:lstStyle/>
          <a:p>
            <a:pPr algn="ctr" indent="0" marL="0">
              <a:buNone/>
            </a:pPr>
            <a:r>
              <a:rPr lang="en-US" sz="1300" b="1" dirty="0">
                <a:solidFill>
                  <a:srgbClr val="39FF14"/>
                </a:solidFill>
                <a:latin typeface="Arial" pitchFamily="34" charset="0"/>
                <a:ea typeface="Arial" pitchFamily="34" charset="-122"/>
                <a:cs typeface="Arial" pitchFamily="34" charset="-120"/>
              </a:rPr>
              <a:t>IT Act 2000</a:t>
            </a:r>
            <a:endParaRPr lang="en-US" sz="1300" dirty="0"/>
          </a:p>
        </p:txBody>
      </p:sp>
      <p:sp>
        <p:nvSpPr>
          <p:cNvPr id="51" name="Text 49"/>
          <p:cNvSpPr/>
          <p:nvPr/>
        </p:nvSpPr>
        <p:spPr>
          <a:xfrm>
            <a:off x="6355080" y="3090672"/>
            <a:ext cx="2331720" cy="822960"/>
          </a:xfrm>
          <a:prstGeom prst="rect">
            <a:avLst/>
          </a:prstGeom>
          <a:noFill/>
          <a:ln/>
        </p:spPr>
        <p:txBody>
          <a:bodyPr wrap="square" rtlCol="0" anchor="ctr"/>
          <a:lstStyle/>
          <a:p>
            <a:pPr algn="ctr" indent="0" marL="0">
              <a:buNone/>
            </a:pPr>
            <a:r>
              <a:rPr lang="en-US" sz="950" dirty="0">
                <a:solidFill>
                  <a:srgbClr val="C9D1D9"/>
                </a:solidFill>
                <a:latin typeface="Arial" pitchFamily="34" charset="0"/>
                <a:ea typeface="Arial" pitchFamily="34" charset="-122"/>
                <a:cs typeface="Arial" pitchFamily="34" charset="-120"/>
              </a:rPr>
              <a:t>India's primary law against cybercrime. Sections 66–74 cover hacking, identity theft, data theft, and more.</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0A0F"/>
        </a:solidFill>
      </p:bgPr>
    </p:bg>
    <p:spTree>
      <p:nvGrpSpPr>
        <p:cNvPr id="1" name=""/>
        <p:cNvGrpSpPr/>
        <p:nvPr/>
      </p:nvGrpSpPr>
      <p:grpSpPr>
        <a:xfrm>
          <a:off x="0" y="0"/>
          <a:ext cx="0" cy="0"/>
          <a:chOff x="0" y="0"/>
          <a:chExt cx="0" cy="0"/>
        </a:xfrm>
      </p:grpSpPr>
      <p:sp>
        <p:nvSpPr>
          <p:cNvPr id="2" name="Shape 0"/>
          <p:cNvSpPr/>
          <p:nvPr/>
        </p:nvSpPr>
        <p:spPr>
          <a:xfrm>
            <a:off x="0" y="0"/>
            <a:ext cx="0" cy="5143500"/>
          </a:xfrm>
          <a:prstGeom prst="line">
            <a:avLst/>
          </a:prstGeom>
          <a:noFill/>
          <a:ln w="1905">
            <a:solidFill>
              <a:srgbClr val="00F5FF">
                <a:alpha val="15000"/>
              </a:srgbClr>
            </a:solidFill>
            <a:prstDash val="solid"/>
          </a:ln>
        </p:spPr>
      </p:sp>
      <p:sp>
        <p:nvSpPr>
          <p:cNvPr id="3" name="Shape 1"/>
          <p:cNvSpPr/>
          <p:nvPr/>
        </p:nvSpPr>
        <p:spPr>
          <a:xfrm>
            <a:off x="1005840" y="0"/>
            <a:ext cx="0" cy="5143500"/>
          </a:xfrm>
          <a:prstGeom prst="line">
            <a:avLst/>
          </a:prstGeom>
          <a:noFill/>
          <a:ln w="1905">
            <a:solidFill>
              <a:srgbClr val="00F5FF">
                <a:alpha val="15000"/>
              </a:srgbClr>
            </a:solidFill>
            <a:prstDash val="solid"/>
          </a:ln>
        </p:spPr>
      </p:sp>
      <p:sp>
        <p:nvSpPr>
          <p:cNvPr id="4" name="Shape 2"/>
          <p:cNvSpPr/>
          <p:nvPr/>
        </p:nvSpPr>
        <p:spPr>
          <a:xfrm>
            <a:off x="2011680" y="0"/>
            <a:ext cx="0" cy="5143500"/>
          </a:xfrm>
          <a:prstGeom prst="line">
            <a:avLst/>
          </a:prstGeom>
          <a:noFill/>
          <a:ln w="1905">
            <a:solidFill>
              <a:srgbClr val="00F5FF">
                <a:alpha val="15000"/>
              </a:srgbClr>
            </a:solidFill>
            <a:prstDash val="solid"/>
          </a:ln>
        </p:spPr>
      </p:sp>
      <p:sp>
        <p:nvSpPr>
          <p:cNvPr id="5" name="Shape 3"/>
          <p:cNvSpPr/>
          <p:nvPr/>
        </p:nvSpPr>
        <p:spPr>
          <a:xfrm>
            <a:off x="3017520" y="0"/>
            <a:ext cx="0" cy="5143500"/>
          </a:xfrm>
          <a:prstGeom prst="line">
            <a:avLst/>
          </a:prstGeom>
          <a:noFill/>
          <a:ln w="1905">
            <a:solidFill>
              <a:srgbClr val="00F5FF">
                <a:alpha val="15000"/>
              </a:srgbClr>
            </a:solidFill>
            <a:prstDash val="solid"/>
          </a:ln>
        </p:spPr>
      </p:sp>
      <p:sp>
        <p:nvSpPr>
          <p:cNvPr id="6" name="Shape 4"/>
          <p:cNvSpPr/>
          <p:nvPr/>
        </p:nvSpPr>
        <p:spPr>
          <a:xfrm>
            <a:off x="4023360" y="0"/>
            <a:ext cx="0" cy="5143500"/>
          </a:xfrm>
          <a:prstGeom prst="line">
            <a:avLst/>
          </a:prstGeom>
          <a:noFill/>
          <a:ln w="1905">
            <a:solidFill>
              <a:srgbClr val="00F5FF">
                <a:alpha val="15000"/>
              </a:srgbClr>
            </a:solidFill>
            <a:prstDash val="solid"/>
          </a:ln>
        </p:spPr>
      </p:sp>
      <p:sp>
        <p:nvSpPr>
          <p:cNvPr id="7" name="Shape 5"/>
          <p:cNvSpPr/>
          <p:nvPr/>
        </p:nvSpPr>
        <p:spPr>
          <a:xfrm>
            <a:off x="5029200" y="0"/>
            <a:ext cx="0" cy="5143500"/>
          </a:xfrm>
          <a:prstGeom prst="line">
            <a:avLst/>
          </a:prstGeom>
          <a:noFill/>
          <a:ln w="1905">
            <a:solidFill>
              <a:srgbClr val="00F5FF">
                <a:alpha val="15000"/>
              </a:srgbClr>
            </a:solidFill>
            <a:prstDash val="solid"/>
          </a:ln>
        </p:spPr>
      </p:sp>
      <p:sp>
        <p:nvSpPr>
          <p:cNvPr id="8" name="Shape 6"/>
          <p:cNvSpPr/>
          <p:nvPr/>
        </p:nvSpPr>
        <p:spPr>
          <a:xfrm>
            <a:off x="6035040" y="0"/>
            <a:ext cx="0" cy="5143500"/>
          </a:xfrm>
          <a:prstGeom prst="line">
            <a:avLst/>
          </a:prstGeom>
          <a:noFill/>
          <a:ln w="1905">
            <a:solidFill>
              <a:srgbClr val="00F5FF">
                <a:alpha val="15000"/>
              </a:srgbClr>
            </a:solidFill>
            <a:prstDash val="solid"/>
          </a:ln>
        </p:spPr>
      </p:sp>
      <p:sp>
        <p:nvSpPr>
          <p:cNvPr id="9" name="Shape 7"/>
          <p:cNvSpPr/>
          <p:nvPr/>
        </p:nvSpPr>
        <p:spPr>
          <a:xfrm>
            <a:off x="7040880" y="0"/>
            <a:ext cx="0" cy="5143500"/>
          </a:xfrm>
          <a:prstGeom prst="line">
            <a:avLst/>
          </a:prstGeom>
          <a:noFill/>
          <a:ln w="1905">
            <a:solidFill>
              <a:srgbClr val="00F5FF">
                <a:alpha val="15000"/>
              </a:srgbClr>
            </a:solidFill>
            <a:prstDash val="solid"/>
          </a:ln>
        </p:spPr>
      </p:sp>
      <p:sp>
        <p:nvSpPr>
          <p:cNvPr id="10" name="Shape 8"/>
          <p:cNvSpPr/>
          <p:nvPr/>
        </p:nvSpPr>
        <p:spPr>
          <a:xfrm>
            <a:off x="8046720" y="0"/>
            <a:ext cx="0" cy="5143500"/>
          </a:xfrm>
          <a:prstGeom prst="line">
            <a:avLst/>
          </a:prstGeom>
          <a:noFill/>
          <a:ln w="1905">
            <a:solidFill>
              <a:srgbClr val="00F5FF">
                <a:alpha val="15000"/>
              </a:srgbClr>
            </a:solidFill>
            <a:prstDash val="solid"/>
          </a:ln>
        </p:spPr>
      </p:sp>
      <p:sp>
        <p:nvSpPr>
          <p:cNvPr id="11" name="Shape 9"/>
          <p:cNvSpPr/>
          <p:nvPr/>
        </p:nvSpPr>
        <p:spPr>
          <a:xfrm>
            <a:off x="9052560" y="0"/>
            <a:ext cx="0" cy="5143500"/>
          </a:xfrm>
          <a:prstGeom prst="line">
            <a:avLst/>
          </a:prstGeom>
          <a:noFill/>
          <a:ln w="1905">
            <a:solidFill>
              <a:srgbClr val="00F5FF">
                <a:alpha val="15000"/>
              </a:srgbClr>
            </a:solidFill>
            <a:prstDash val="solid"/>
          </a:ln>
        </p:spPr>
      </p:sp>
      <p:sp>
        <p:nvSpPr>
          <p:cNvPr id="12" name="Shape 10"/>
          <p:cNvSpPr/>
          <p:nvPr/>
        </p:nvSpPr>
        <p:spPr>
          <a:xfrm>
            <a:off x="0" y="0"/>
            <a:ext cx="9144000" cy="0"/>
          </a:xfrm>
          <a:prstGeom prst="line">
            <a:avLst/>
          </a:prstGeom>
          <a:noFill/>
          <a:ln w="1905">
            <a:solidFill>
              <a:srgbClr val="00F5FF">
                <a:alpha val="15000"/>
              </a:srgbClr>
            </a:solidFill>
            <a:prstDash val="solid"/>
          </a:ln>
        </p:spPr>
      </p:sp>
      <p:sp>
        <p:nvSpPr>
          <p:cNvPr id="13" name="Shape 11"/>
          <p:cNvSpPr/>
          <p:nvPr/>
        </p:nvSpPr>
        <p:spPr>
          <a:xfrm>
            <a:off x="0" y="914400"/>
            <a:ext cx="9144000" cy="0"/>
          </a:xfrm>
          <a:prstGeom prst="line">
            <a:avLst/>
          </a:prstGeom>
          <a:noFill/>
          <a:ln w="1905">
            <a:solidFill>
              <a:srgbClr val="00F5FF">
                <a:alpha val="15000"/>
              </a:srgbClr>
            </a:solidFill>
            <a:prstDash val="solid"/>
          </a:ln>
        </p:spPr>
      </p:sp>
      <p:sp>
        <p:nvSpPr>
          <p:cNvPr id="14" name="Shape 12"/>
          <p:cNvSpPr/>
          <p:nvPr/>
        </p:nvSpPr>
        <p:spPr>
          <a:xfrm>
            <a:off x="0" y="1828800"/>
            <a:ext cx="9144000" cy="0"/>
          </a:xfrm>
          <a:prstGeom prst="line">
            <a:avLst/>
          </a:prstGeom>
          <a:noFill/>
          <a:ln w="1905">
            <a:solidFill>
              <a:srgbClr val="00F5FF">
                <a:alpha val="15000"/>
              </a:srgbClr>
            </a:solidFill>
            <a:prstDash val="solid"/>
          </a:ln>
        </p:spPr>
      </p:sp>
      <p:sp>
        <p:nvSpPr>
          <p:cNvPr id="15" name="Shape 13"/>
          <p:cNvSpPr/>
          <p:nvPr/>
        </p:nvSpPr>
        <p:spPr>
          <a:xfrm>
            <a:off x="0" y="2743200"/>
            <a:ext cx="9144000" cy="0"/>
          </a:xfrm>
          <a:prstGeom prst="line">
            <a:avLst/>
          </a:prstGeom>
          <a:noFill/>
          <a:ln w="1905">
            <a:solidFill>
              <a:srgbClr val="00F5FF">
                <a:alpha val="15000"/>
              </a:srgbClr>
            </a:solidFill>
            <a:prstDash val="solid"/>
          </a:ln>
        </p:spPr>
      </p:sp>
      <p:sp>
        <p:nvSpPr>
          <p:cNvPr id="16" name="Shape 14"/>
          <p:cNvSpPr/>
          <p:nvPr/>
        </p:nvSpPr>
        <p:spPr>
          <a:xfrm>
            <a:off x="0" y="3657600"/>
            <a:ext cx="9144000" cy="0"/>
          </a:xfrm>
          <a:prstGeom prst="line">
            <a:avLst/>
          </a:prstGeom>
          <a:noFill/>
          <a:ln w="1905">
            <a:solidFill>
              <a:srgbClr val="00F5FF">
                <a:alpha val="15000"/>
              </a:srgbClr>
            </a:solidFill>
            <a:prstDash val="solid"/>
          </a:ln>
        </p:spPr>
      </p:sp>
      <p:sp>
        <p:nvSpPr>
          <p:cNvPr id="17" name="Shape 15"/>
          <p:cNvSpPr/>
          <p:nvPr/>
        </p:nvSpPr>
        <p:spPr>
          <a:xfrm>
            <a:off x="0" y="4572000"/>
            <a:ext cx="9144000" cy="0"/>
          </a:xfrm>
          <a:prstGeom prst="line">
            <a:avLst/>
          </a:prstGeom>
          <a:noFill/>
          <a:ln w="1905">
            <a:solidFill>
              <a:srgbClr val="00F5FF">
                <a:alpha val="15000"/>
              </a:srgbClr>
            </a:solidFill>
            <a:prstDash val="solid"/>
          </a:ln>
        </p:spPr>
      </p:sp>
      <p:sp>
        <p:nvSpPr>
          <p:cNvPr id="18" name="Shape 16"/>
          <p:cNvSpPr/>
          <p:nvPr/>
        </p:nvSpPr>
        <p:spPr>
          <a:xfrm>
            <a:off x="0" y="0"/>
            <a:ext cx="9144000" cy="73152"/>
          </a:xfrm>
          <a:prstGeom prst="rect">
            <a:avLst/>
          </a:prstGeom>
          <a:solidFill>
            <a:srgbClr val="FF8C00"/>
          </a:solidFill>
          <a:ln w="12700">
            <a:solidFill>
              <a:srgbClr val="FF8C00"/>
            </a:solidFill>
            <a:prstDash val="solid"/>
          </a:ln>
        </p:spPr>
      </p:sp>
      <p:sp>
        <p:nvSpPr>
          <p:cNvPr id="19" name="Shape 17"/>
          <p:cNvSpPr/>
          <p:nvPr/>
        </p:nvSpPr>
        <p:spPr>
          <a:xfrm>
            <a:off x="0" y="5070348"/>
            <a:ext cx="9144000" cy="73152"/>
          </a:xfrm>
          <a:prstGeom prst="rect">
            <a:avLst/>
          </a:prstGeom>
          <a:solidFill>
            <a:srgbClr val="FF8C00"/>
          </a:solidFill>
          <a:ln w="12700">
            <a:solidFill>
              <a:srgbClr val="FF8C00"/>
            </a:solidFill>
            <a:prstDash val="solid"/>
          </a:ln>
        </p:spPr>
      </p:sp>
      <p:sp>
        <p:nvSpPr>
          <p:cNvPr id="20" name="Shape 18"/>
          <p:cNvSpPr/>
          <p:nvPr/>
        </p:nvSpPr>
        <p:spPr>
          <a:xfrm>
            <a:off x="320040" y="164592"/>
            <a:ext cx="45720" cy="384048"/>
          </a:xfrm>
          <a:prstGeom prst="rect">
            <a:avLst/>
          </a:prstGeom>
          <a:solidFill>
            <a:srgbClr val="FF8C00"/>
          </a:solidFill>
          <a:ln w="12700">
            <a:solidFill>
              <a:srgbClr val="FF8C00"/>
            </a:solidFill>
            <a:prstDash val="solid"/>
          </a:ln>
        </p:spPr>
      </p:sp>
      <p:sp>
        <p:nvSpPr>
          <p:cNvPr id="21" name="Text 19"/>
          <p:cNvSpPr/>
          <p:nvPr/>
        </p:nvSpPr>
        <p:spPr>
          <a:xfrm>
            <a:off x="457200" y="155448"/>
            <a:ext cx="5486400" cy="411480"/>
          </a:xfrm>
          <a:prstGeom prst="rect">
            <a:avLst/>
          </a:prstGeom>
          <a:noFill/>
          <a:ln/>
        </p:spPr>
        <p:txBody>
          <a:bodyPr wrap="square" rtlCol="0" anchor="ctr"/>
          <a:lstStyle/>
          <a:p>
            <a:pPr indent="0" marL="0">
              <a:buNone/>
            </a:pPr>
            <a:r>
              <a:rPr lang="en-US" sz="1100" b="1" spc="300" kern="0" dirty="0">
                <a:solidFill>
                  <a:srgbClr val="FF8C00"/>
                </a:solidFill>
                <a:latin typeface="Courier New" pitchFamily="34" charset="0"/>
                <a:ea typeface="Courier New" pitchFamily="34" charset="-122"/>
                <a:cs typeface="Courier New" pitchFamily="34" charset="-120"/>
              </a:rPr>
              <a:t>03  //  CYBER THREATS</a:t>
            </a:r>
            <a:endParaRPr lang="en-US" sz="1100" dirty="0"/>
          </a:p>
        </p:txBody>
      </p:sp>
      <p:sp>
        <p:nvSpPr>
          <p:cNvPr id="22" name="Text 20"/>
          <p:cNvSpPr/>
          <p:nvPr/>
        </p:nvSpPr>
        <p:spPr>
          <a:xfrm>
            <a:off x="8046720" y="4828032"/>
            <a:ext cx="914400" cy="228600"/>
          </a:xfrm>
          <a:prstGeom prst="rect">
            <a:avLst/>
          </a:prstGeom>
          <a:noFill/>
          <a:ln/>
        </p:spPr>
        <p:txBody>
          <a:bodyPr wrap="square" rtlCol="0" anchor="ctr"/>
          <a:lstStyle/>
          <a:p>
            <a:pPr algn="r" indent="0" marL="0">
              <a:buNone/>
            </a:pPr>
            <a:r>
              <a:rPr lang="en-US" sz="900" dirty="0">
                <a:solidFill>
                  <a:srgbClr val="8B949E"/>
                </a:solidFill>
                <a:latin typeface="Courier New" pitchFamily="34" charset="0"/>
                <a:ea typeface="Courier New" pitchFamily="34" charset="-122"/>
                <a:cs typeface="Courier New" pitchFamily="34" charset="-120"/>
              </a:rPr>
              <a:t>05 / 12</a:t>
            </a:r>
            <a:endParaRPr lang="en-US" sz="900" dirty="0"/>
          </a:p>
        </p:txBody>
      </p:sp>
      <p:sp>
        <p:nvSpPr>
          <p:cNvPr id="23" name="Text 21"/>
          <p:cNvSpPr/>
          <p:nvPr/>
        </p:nvSpPr>
        <p:spPr>
          <a:xfrm>
            <a:off x="320040" y="502920"/>
            <a:ext cx="8229600" cy="548640"/>
          </a:xfrm>
          <a:prstGeom prst="rect">
            <a:avLst/>
          </a:prstGeom>
          <a:noFill/>
          <a:ln/>
        </p:spPr>
        <p:txBody>
          <a:bodyPr wrap="square" rtlCol="0" anchor="ctr"/>
          <a:lstStyle/>
          <a:p>
            <a:pPr indent="0" marL="0">
              <a:buNone/>
            </a:pPr>
            <a:r>
              <a:rPr lang="en-US" sz="3000" b="1" dirty="0">
                <a:solidFill>
                  <a:srgbClr val="FFFFFF"/>
                </a:solidFill>
                <a:latin typeface="Arial Black" pitchFamily="34" charset="0"/>
                <a:ea typeface="Arial Black" pitchFamily="34" charset="-122"/>
                <a:cs typeface="Arial Black" pitchFamily="34" charset="-120"/>
              </a:rPr>
              <a:t>Types of Cyber Threats</a:t>
            </a:r>
            <a:endParaRPr lang="en-US" sz="3000" dirty="0"/>
          </a:p>
        </p:txBody>
      </p:sp>
      <p:sp>
        <p:nvSpPr>
          <p:cNvPr id="24" name="Shape 22"/>
          <p:cNvSpPr/>
          <p:nvPr/>
        </p:nvSpPr>
        <p:spPr>
          <a:xfrm>
            <a:off x="256032" y="1143000"/>
            <a:ext cx="2011680" cy="1664208"/>
          </a:xfrm>
          <a:prstGeom prst="rect">
            <a:avLst/>
          </a:prstGeom>
          <a:solidFill>
            <a:srgbClr val="21262D"/>
          </a:solidFill>
          <a:ln w="19050">
            <a:solidFill>
              <a:srgbClr val="FF3333"/>
            </a:solidFill>
            <a:prstDash val="solid"/>
          </a:ln>
          <a:effectLst>
            <a:outerShdw sx="100000" sy="100000" kx="0" ky="0" algn="bl" rotWithShape="0" blurRad="1290320000" dist="483870000" dir="486000000000">
              <a:srgbClr val="000000">
                <a:alpha val="5000000000"/>
              </a:srgbClr>
            </a:outerShdw>
          </a:effectLst>
        </p:spPr>
      </p:sp>
      <p:sp>
        <p:nvSpPr>
          <p:cNvPr id="25" name="Shape 23"/>
          <p:cNvSpPr/>
          <p:nvPr/>
        </p:nvSpPr>
        <p:spPr>
          <a:xfrm>
            <a:off x="256032" y="1143000"/>
            <a:ext cx="2011680" cy="54864"/>
          </a:xfrm>
          <a:prstGeom prst="rect">
            <a:avLst/>
          </a:prstGeom>
          <a:solidFill>
            <a:srgbClr val="FF3333"/>
          </a:solidFill>
          <a:ln w="12700">
            <a:solidFill>
              <a:srgbClr val="FF3333"/>
            </a:solidFill>
            <a:prstDash val="solid"/>
          </a:ln>
        </p:spPr>
      </p:sp>
      <p:sp>
        <p:nvSpPr>
          <p:cNvPr id="26" name="Text 24"/>
          <p:cNvSpPr/>
          <p:nvPr/>
        </p:nvSpPr>
        <p:spPr>
          <a:xfrm>
            <a:off x="256032" y="1234440"/>
            <a:ext cx="2011680" cy="41148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27" name="Text 25"/>
          <p:cNvSpPr/>
          <p:nvPr/>
        </p:nvSpPr>
        <p:spPr>
          <a:xfrm>
            <a:off x="329184" y="1645920"/>
            <a:ext cx="1865376" cy="292608"/>
          </a:xfrm>
          <a:prstGeom prst="rect">
            <a:avLst/>
          </a:prstGeom>
          <a:noFill/>
          <a:ln/>
        </p:spPr>
        <p:txBody>
          <a:bodyPr wrap="square" rtlCol="0" anchor="ctr"/>
          <a:lstStyle/>
          <a:p>
            <a:pPr algn="ctr" indent="0" marL="0">
              <a:buNone/>
            </a:pPr>
            <a:r>
              <a:rPr lang="en-US" sz="1050" b="1" dirty="0">
                <a:solidFill>
                  <a:srgbClr val="FF3333"/>
                </a:solidFill>
                <a:latin typeface="Arial" pitchFamily="34" charset="0"/>
                <a:ea typeface="Arial" pitchFamily="34" charset="-122"/>
                <a:cs typeface="Arial" pitchFamily="34" charset="-120"/>
              </a:rPr>
              <a:t>Malware</a:t>
            </a:r>
            <a:endParaRPr lang="en-US" sz="1050" dirty="0"/>
          </a:p>
        </p:txBody>
      </p:sp>
      <p:sp>
        <p:nvSpPr>
          <p:cNvPr id="28" name="Text 26"/>
          <p:cNvSpPr/>
          <p:nvPr/>
        </p:nvSpPr>
        <p:spPr>
          <a:xfrm>
            <a:off x="329184" y="1947672"/>
            <a:ext cx="1865376" cy="777240"/>
          </a:xfrm>
          <a:prstGeom prst="rect">
            <a:avLst/>
          </a:prstGeom>
          <a:noFill/>
          <a:ln/>
        </p:spPr>
        <p:txBody>
          <a:bodyPr wrap="square" rtlCol="0" anchor="ctr"/>
          <a:lstStyle/>
          <a:p>
            <a:pPr algn="ctr" indent="0" marL="0">
              <a:buNone/>
            </a:pPr>
            <a:r>
              <a:rPr lang="en-US" sz="900" dirty="0">
                <a:solidFill>
                  <a:srgbClr val="C9D1D9"/>
                </a:solidFill>
                <a:latin typeface="Arial" pitchFamily="34" charset="0"/>
                <a:ea typeface="Arial" pitchFamily="34" charset="-122"/>
                <a:cs typeface="Arial" pitchFamily="34" charset="-120"/>
              </a:rPr>
              <a:t>Harmful software — viruses, worms, trojans, spyware</a:t>
            </a:r>
            <a:endParaRPr lang="en-US" sz="900" dirty="0"/>
          </a:p>
        </p:txBody>
      </p:sp>
      <p:sp>
        <p:nvSpPr>
          <p:cNvPr id="29" name="Shape 27"/>
          <p:cNvSpPr/>
          <p:nvPr/>
        </p:nvSpPr>
        <p:spPr>
          <a:xfrm>
            <a:off x="2432304" y="1143000"/>
            <a:ext cx="2011680" cy="1664208"/>
          </a:xfrm>
          <a:prstGeom prst="rect">
            <a:avLst/>
          </a:prstGeom>
          <a:solidFill>
            <a:srgbClr val="21262D"/>
          </a:solidFill>
          <a:ln w="19050">
            <a:solidFill>
              <a:srgbClr val="FF8C00"/>
            </a:solidFill>
            <a:prstDash val="solid"/>
          </a:ln>
          <a:effectLst>
            <a:outerShdw sx="100000" sy="100000" kx="0" ky="0" algn="bl" rotWithShape="0" blurRad="1290320000" dist="483870000" dir="486000000000">
              <a:srgbClr val="000000">
                <a:alpha val="5000000000"/>
              </a:srgbClr>
            </a:outerShdw>
          </a:effectLst>
        </p:spPr>
      </p:sp>
      <p:sp>
        <p:nvSpPr>
          <p:cNvPr id="30" name="Shape 28"/>
          <p:cNvSpPr/>
          <p:nvPr/>
        </p:nvSpPr>
        <p:spPr>
          <a:xfrm>
            <a:off x="2432304" y="1143000"/>
            <a:ext cx="2011680" cy="54864"/>
          </a:xfrm>
          <a:prstGeom prst="rect">
            <a:avLst/>
          </a:prstGeom>
          <a:solidFill>
            <a:srgbClr val="FF8C00"/>
          </a:solidFill>
          <a:ln w="12700">
            <a:solidFill>
              <a:srgbClr val="FF8C00"/>
            </a:solidFill>
            <a:prstDash val="solid"/>
          </a:ln>
        </p:spPr>
      </p:sp>
      <p:sp>
        <p:nvSpPr>
          <p:cNvPr id="31" name="Text 29"/>
          <p:cNvSpPr/>
          <p:nvPr/>
        </p:nvSpPr>
        <p:spPr>
          <a:xfrm>
            <a:off x="2432304" y="1234440"/>
            <a:ext cx="2011680" cy="41148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32" name="Text 30"/>
          <p:cNvSpPr/>
          <p:nvPr/>
        </p:nvSpPr>
        <p:spPr>
          <a:xfrm>
            <a:off x="2505456" y="1645920"/>
            <a:ext cx="1865376" cy="292608"/>
          </a:xfrm>
          <a:prstGeom prst="rect">
            <a:avLst/>
          </a:prstGeom>
          <a:noFill/>
          <a:ln/>
        </p:spPr>
        <p:txBody>
          <a:bodyPr wrap="square" rtlCol="0" anchor="ctr"/>
          <a:lstStyle/>
          <a:p>
            <a:pPr algn="ctr" indent="0" marL="0">
              <a:buNone/>
            </a:pPr>
            <a:r>
              <a:rPr lang="en-US" sz="1050" b="1" dirty="0">
                <a:solidFill>
                  <a:srgbClr val="FF8C00"/>
                </a:solidFill>
                <a:latin typeface="Arial" pitchFamily="34" charset="0"/>
                <a:ea typeface="Arial" pitchFamily="34" charset="-122"/>
                <a:cs typeface="Arial" pitchFamily="34" charset="-120"/>
              </a:rPr>
              <a:t>Phishing</a:t>
            </a:r>
            <a:endParaRPr lang="en-US" sz="1050" dirty="0"/>
          </a:p>
        </p:txBody>
      </p:sp>
      <p:sp>
        <p:nvSpPr>
          <p:cNvPr id="33" name="Text 31"/>
          <p:cNvSpPr/>
          <p:nvPr/>
        </p:nvSpPr>
        <p:spPr>
          <a:xfrm>
            <a:off x="2505456" y="1947672"/>
            <a:ext cx="1865376" cy="777240"/>
          </a:xfrm>
          <a:prstGeom prst="rect">
            <a:avLst/>
          </a:prstGeom>
          <a:noFill/>
          <a:ln/>
        </p:spPr>
        <p:txBody>
          <a:bodyPr wrap="square" rtlCol="0" anchor="ctr"/>
          <a:lstStyle/>
          <a:p>
            <a:pPr algn="ctr" indent="0" marL="0">
              <a:buNone/>
            </a:pPr>
            <a:r>
              <a:rPr lang="en-US" sz="900" dirty="0">
                <a:solidFill>
                  <a:srgbClr val="C9D1D9"/>
                </a:solidFill>
                <a:latin typeface="Arial" pitchFamily="34" charset="0"/>
                <a:ea typeface="Arial" pitchFamily="34" charset="-122"/>
                <a:cs typeface="Arial" pitchFamily="34" charset="-120"/>
              </a:rPr>
              <a:t>Fake emails/messages to steal passwords or money</a:t>
            </a:r>
            <a:endParaRPr lang="en-US" sz="900" dirty="0"/>
          </a:p>
        </p:txBody>
      </p:sp>
      <p:sp>
        <p:nvSpPr>
          <p:cNvPr id="34" name="Shape 32"/>
          <p:cNvSpPr/>
          <p:nvPr/>
        </p:nvSpPr>
        <p:spPr>
          <a:xfrm>
            <a:off x="4608576" y="1143000"/>
            <a:ext cx="2011680" cy="1664208"/>
          </a:xfrm>
          <a:prstGeom prst="rect">
            <a:avLst/>
          </a:prstGeom>
          <a:solidFill>
            <a:srgbClr val="21262D"/>
          </a:solidFill>
          <a:ln w="19050">
            <a:solidFill>
              <a:srgbClr val="FF3333"/>
            </a:solidFill>
            <a:prstDash val="solid"/>
          </a:ln>
          <a:effectLst>
            <a:outerShdw sx="100000" sy="100000" kx="0" ky="0" algn="bl" rotWithShape="0" blurRad="1290320000" dist="483870000" dir="486000000000">
              <a:srgbClr val="000000">
                <a:alpha val="5000000000"/>
              </a:srgbClr>
            </a:outerShdw>
          </a:effectLst>
        </p:spPr>
      </p:sp>
      <p:sp>
        <p:nvSpPr>
          <p:cNvPr id="35" name="Shape 33"/>
          <p:cNvSpPr/>
          <p:nvPr/>
        </p:nvSpPr>
        <p:spPr>
          <a:xfrm>
            <a:off x="4608576" y="1143000"/>
            <a:ext cx="2011680" cy="54864"/>
          </a:xfrm>
          <a:prstGeom prst="rect">
            <a:avLst/>
          </a:prstGeom>
          <a:solidFill>
            <a:srgbClr val="FF3333"/>
          </a:solidFill>
          <a:ln w="12700">
            <a:solidFill>
              <a:srgbClr val="FF3333"/>
            </a:solidFill>
            <a:prstDash val="solid"/>
          </a:ln>
        </p:spPr>
      </p:sp>
      <p:sp>
        <p:nvSpPr>
          <p:cNvPr id="36" name="Text 34"/>
          <p:cNvSpPr/>
          <p:nvPr/>
        </p:nvSpPr>
        <p:spPr>
          <a:xfrm>
            <a:off x="4608576" y="1234440"/>
            <a:ext cx="2011680" cy="41148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37" name="Text 35"/>
          <p:cNvSpPr/>
          <p:nvPr/>
        </p:nvSpPr>
        <p:spPr>
          <a:xfrm>
            <a:off x="4681728" y="1645920"/>
            <a:ext cx="1865376" cy="292608"/>
          </a:xfrm>
          <a:prstGeom prst="rect">
            <a:avLst/>
          </a:prstGeom>
          <a:noFill/>
          <a:ln/>
        </p:spPr>
        <p:txBody>
          <a:bodyPr wrap="square" rtlCol="0" anchor="ctr"/>
          <a:lstStyle/>
          <a:p>
            <a:pPr algn="ctr" indent="0" marL="0">
              <a:buNone/>
            </a:pPr>
            <a:r>
              <a:rPr lang="en-US" sz="1050" b="1" dirty="0">
                <a:solidFill>
                  <a:srgbClr val="FF3333"/>
                </a:solidFill>
                <a:latin typeface="Arial" pitchFamily="34" charset="0"/>
                <a:ea typeface="Arial" pitchFamily="34" charset="-122"/>
                <a:cs typeface="Arial" pitchFamily="34" charset="-120"/>
              </a:rPr>
              <a:t>Ransomware</a:t>
            </a:r>
            <a:endParaRPr lang="en-US" sz="1050" dirty="0"/>
          </a:p>
        </p:txBody>
      </p:sp>
      <p:sp>
        <p:nvSpPr>
          <p:cNvPr id="38" name="Text 36"/>
          <p:cNvSpPr/>
          <p:nvPr/>
        </p:nvSpPr>
        <p:spPr>
          <a:xfrm>
            <a:off x="4681728" y="1947672"/>
            <a:ext cx="1865376" cy="777240"/>
          </a:xfrm>
          <a:prstGeom prst="rect">
            <a:avLst/>
          </a:prstGeom>
          <a:noFill/>
          <a:ln/>
        </p:spPr>
        <p:txBody>
          <a:bodyPr wrap="square" rtlCol="0" anchor="ctr"/>
          <a:lstStyle/>
          <a:p>
            <a:pPr algn="ctr" indent="0" marL="0">
              <a:buNone/>
            </a:pPr>
            <a:r>
              <a:rPr lang="en-US" sz="900" dirty="0">
                <a:solidFill>
                  <a:srgbClr val="C9D1D9"/>
                </a:solidFill>
                <a:latin typeface="Arial" pitchFamily="34" charset="0"/>
                <a:ea typeface="Arial" pitchFamily="34" charset="-122"/>
                <a:cs typeface="Arial" pitchFamily="34" charset="-120"/>
              </a:rPr>
              <a:t>Encrypts your files, demands payment to restore them</a:t>
            </a:r>
            <a:endParaRPr lang="en-US" sz="900" dirty="0"/>
          </a:p>
        </p:txBody>
      </p:sp>
      <p:sp>
        <p:nvSpPr>
          <p:cNvPr id="39" name="Shape 37"/>
          <p:cNvSpPr/>
          <p:nvPr/>
        </p:nvSpPr>
        <p:spPr>
          <a:xfrm>
            <a:off x="6784848" y="1143000"/>
            <a:ext cx="2011680" cy="1664208"/>
          </a:xfrm>
          <a:prstGeom prst="rect">
            <a:avLst/>
          </a:prstGeom>
          <a:solidFill>
            <a:srgbClr val="21262D"/>
          </a:solidFill>
          <a:ln w="19050">
            <a:solidFill>
              <a:srgbClr val="00F5FF"/>
            </a:solidFill>
            <a:prstDash val="solid"/>
          </a:ln>
          <a:effectLst>
            <a:outerShdw sx="100000" sy="100000" kx="0" ky="0" algn="bl" rotWithShape="0" blurRad="1290320000" dist="483870000" dir="486000000000">
              <a:srgbClr val="000000">
                <a:alpha val="5000000000"/>
              </a:srgbClr>
            </a:outerShdw>
          </a:effectLst>
        </p:spPr>
      </p:sp>
      <p:sp>
        <p:nvSpPr>
          <p:cNvPr id="40" name="Shape 38"/>
          <p:cNvSpPr/>
          <p:nvPr/>
        </p:nvSpPr>
        <p:spPr>
          <a:xfrm>
            <a:off x="6784848" y="1143000"/>
            <a:ext cx="2011680" cy="54864"/>
          </a:xfrm>
          <a:prstGeom prst="rect">
            <a:avLst/>
          </a:prstGeom>
          <a:solidFill>
            <a:srgbClr val="00F5FF"/>
          </a:solidFill>
          <a:ln w="12700">
            <a:solidFill>
              <a:srgbClr val="00F5FF"/>
            </a:solidFill>
            <a:prstDash val="solid"/>
          </a:ln>
        </p:spPr>
      </p:sp>
      <p:sp>
        <p:nvSpPr>
          <p:cNvPr id="41" name="Text 39"/>
          <p:cNvSpPr/>
          <p:nvPr/>
        </p:nvSpPr>
        <p:spPr>
          <a:xfrm>
            <a:off x="6784848" y="1234440"/>
            <a:ext cx="2011680" cy="41148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42" name="Text 40"/>
          <p:cNvSpPr/>
          <p:nvPr/>
        </p:nvSpPr>
        <p:spPr>
          <a:xfrm>
            <a:off x="6858000" y="1645920"/>
            <a:ext cx="1865376" cy="292608"/>
          </a:xfrm>
          <a:prstGeom prst="rect">
            <a:avLst/>
          </a:prstGeom>
          <a:noFill/>
          <a:ln/>
        </p:spPr>
        <p:txBody>
          <a:bodyPr wrap="square" rtlCol="0" anchor="ctr"/>
          <a:lstStyle/>
          <a:p>
            <a:pPr algn="ctr" indent="0" marL="0">
              <a:buNone/>
            </a:pPr>
            <a:r>
              <a:rPr lang="en-US" sz="1050" b="1" dirty="0">
                <a:solidFill>
                  <a:srgbClr val="00F5FF"/>
                </a:solidFill>
                <a:latin typeface="Arial" pitchFamily="34" charset="0"/>
                <a:ea typeface="Arial" pitchFamily="34" charset="-122"/>
                <a:cs typeface="Arial" pitchFamily="34" charset="-120"/>
              </a:rPr>
              <a:t>Hacking</a:t>
            </a:r>
            <a:endParaRPr lang="en-US" sz="1050" dirty="0"/>
          </a:p>
        </p:txBody>
      </p:sp>
      <p:sp>
        <p:nvSpPr>
          <p:cNvPr id="43" name="Text 41"/>
          <p:cNvSpPr/>
          <p:nvPr/>
        </p:nvSpPr>
        <p:spPr>
          <a:xfrm>
            <a:off x="6858000" y="1947672"/>
            <a:ext cx="1865376" cy="777240"/>
          </a:xfrm>
          <a:prstGeom prst="rect">
            <a:avLst/>
          </a:prstGeom>
          <a:noFill/>
          <a:ln/>
        </p:spPr>
        <p:txBody>
          <a:bodyPr wrap="square" rtlCol="0" anchor="ctr"/>
          <a:lstStyle/>
          <a:p>
            <a:pPr algn="ctr" indent="0" marL="0">
              <a:buNone/>
            </a:pPr>
            <a:r>
              <a:rPr lang="en-US" sz="900" dirty="0">
                <a:solidFill>
                  <a:srgbClr val="C9D1D9"/>
                </a:solidFill>
                <a:latin typeface="Arial" pitchFamily="34" charset="0"/>
                <a:ea typeface="Arial" pitchFamily="34" charset="-122"/>
                <a:cs typeface="Arial" pitchFamily="34" charset="-120"/>
              </a:rPr>
              <a:t>Unauthorised access to steal, alter, or delete data</a:t>
            </a:r>
            <a:endParaRPr lang="en-US" sz="900" dirty="0"/>
          </a:p>
        </p:txBody>
      </p:sp>
      <p:sp>
        <p:nvSpPr>
          <p:cNvPr id="44" name="Shape 42"/>
          <p:cNvSpPr/>
          <p:nvPr/>
        </p:nvSpPr>
        <p:spPr>
          <a:xfrm>
            <a:off x="256032" y="2971800"/>
            <a:ext cx="2011680" cy="1664208"/>
          </a:xfrm>
          <a:prstGeom prst="rect">
            <a:avLst/>
          </a:prstGeom>
          <a:solidFill>
            <a:srgbClr val="21262D"/>
          </a:solidFill>
          <a:ln w="19050">
            <a:solidFill>
              <a:srgbClr val="39FF14"/>
            </a:solidFill>
            <a:prstDash val="solid"/>
          </a:ln>
          <a:effectLst>
            <a:outerShdw sx="100000" sy="100000" kx="0" ky="0" algn="bl" rotWithShape="0" blurRad="1290320000" dist="483870000" dir="486000000000">
              <a:srgbClr val="000000">
                <a:alpha val="5000000000"/>
              </a:srgbClr>
            </a:outerShdw>
          </a:effectLst>
        </p:spPr>
      </p:sp>
      <p:sp>
        <p:nvSpPr>
          <p:cNvPr id="45" name="Shape 43"/>
          <p:cNvSpPr/>
          <p:nvPr/>
        </p:nvSpPr>
        <p:spPr>
          <a:xfrm>
            <a:off x="256032" y="2971800"/>
            <a:ext cx="2011680" cy="54864"/>
          </a:xfrm>
          <a:prstGeom prst="rect">
            <a:avLst/>
          </a:prstGeom>
          <a:solidFill>
            <a:srgbClr val="39FF14"/>
          </a:solidFill>
          <a:ln w="12700">
            <a:solidFill>
              <a:srgbClr val="39FF14"/>
            </a:solidFill>
            <a:prstDash val="solid"/>
          </a:ln>
        </p:spPr>
      </p:sp>
      <p:sp>
        <p:nvSpPr>
          <p:cNvPr id="46" name="Text 44"/>
          <p:cNvSpPr/>
          <p:nvPr/>
        </p:nvSpPr>
        <p:spPr>
          <a:xfrm>
            <a:off x="256032" y="3063240"/>
            <a:ext cx="2011680" cy="41148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47" name="Text 45"/>
          <p:cNvSpPr/>
          <p:nvPr/>
        </p:nvSpPr>
        <p:spPr>
          <a:xfrm>
            <a:off x="329184" y="3474720"/>
            <a:ext cx="1865376" cy="292608"/>
          </a:xfrm>
          <a:prstGeom prst="rect">
            <a:avLst/>
          </a:prstGeom>
          <a:noFill/>
          <a:ln/>
        </p:spPr>
        <p:txBody>
          <a:bodyPr wrap="square" rtlCol="0" anchor="ctr"/>
          <a:lstStyle/>
          <a:p>
            <a:pPr algn="ctr" indent="0" marL="0">
              <a:buNone/>
            </a:pPr>
            <a:r>
              <a:rPr lang="en-US" sz="1050" b="1" dirty="0">
                <a:solidFill>
                  <a:srgbClr val="39FF14"/>
                </a:solidFill>
                <a:latin typeface="Arial" pitchFamily="34" charset="0"/>
                <a:ea typeface="Arial" pitchFamily="34" charset="-122"/>
                <a:cs typeface="Arial" pitchFamily="34" charset="-120"/>
              </a:rPr>
              <a:t>Identity Theft</a:t>
            </a:r>
            <a:endParaRPr lang="en-US" sz="1050" dirty="0"/>
          </a:p>
        </p:txBody>
      </p:sp>
      <p:sp>
        <p:nvSpPr>
          <p:cNvPr id="48" name="Text 46"/>
          <p:cNvSpPr/>
          <p:nvPr/>
        </p:nvSpPr>
        <p:spPr>
          <a:xfrm>
            <a:off x="329184" y="3776472"/>
            <a:ext cx="1865376" cy="777240"/>
          </a:xfrm>
          <a:prstGeom prst="rect">
            <a:avLst/>
          </a:prstGeom>
          <a:noFill/>
          <a:ln/>
        </p:spPr>
        <p:txBody>
          <a:bodyPr wrap="square" rtlCol="0" anchor="ctr"/>
          <a:lstStyle/>
          <a:p>
            <a:pPr algn="ctr" indent="0" marL="0">
              <a:buNone/>
            </a:pPr>
            <a:r>
              <a:rPr lang="en-US" sz="900" dirty="0">
                <a:solidFill>
                  <a:srgbClr val="C9D1D9"/>
                </a:solidFill>
                <a:latin typeface="Arial" pitchFamily="34" charset="0"/>
                <a:ea typeface="Arial" pitchFamily="34" charset="-122"/>
                <a:cs typeface="Arial" pitchFamily="34" charset="-120"/>
              </a:rPr>
              <a:t>Stealing personal info to commit fraud in your name</a:t>
            </a:r>
            <a:endParaRPr lang="en-US" sz="900" dirty="0"/>
          </a:p>
        </p:txBody>
      </p:sp>
      <p:sp>
        <p:nvSpPr>
          <p:cNvPr id="49" name="Shape 47"/>
          <p:cNvSpPr/>
          <p:nvPr/>
        </p:nvSpPr>
        <p:spPr>
          <a:xfrm>
            <a:off x="2432304" y="2971800"/>
            <a:ext cx="2011680" cy="1664208"/>
          </a:xfrm>
          <a:prstGeom prst="rect">
            <a:avLst/>
          </a:prstGeom>
          <a:solidFill>
            <a:srgbClr val="21262D"/>
          </a:solidFill>
          <a:ln w="19050">
            <a:solidFill>
              <a:srgbClr val="FF8C00"/>
            </a:solidFill>
            <a:prstDash val="solid"/>
          </a:ln>
          <a:effectLst>
            <a:outerShdw sx="100000" sy="100000" kx="0" ky="0" algn="bl" rotWithShape="0" blurRad="1290320000" dist="483870000" dir="486000000000">
              <a:srgbClr val="000000">
                <a:alpha val="5000000000"/>
              </a:srgbClr>
            </a:outerShdw>
          </a:effectLst>
        </p:spPr>
      </p:sp>
      <p:sp>
        <p:nvSpPr>
          <p:cNvPr id="50" name="Shape 48"/>
          <p:cNvSpPr/>
          <p:nvPr/>
        </p:nvSpPr>
        <p:spPr>
          <a:xfrm>
            <a:off x="2432304" y="2971800"/>
            <a:ext cx="2011680" cy="54864"/>
          </a:xfrm>
          <a:prstGeom prst="rect">
            <a:avLst/>
          </a:prstGeom>
          <a:solidFill>
            <a:srgbClr val="FF8C00"/>
          </a:solidFill>
          <a:ln w="12700">
            <a:solidFill>
              <a:srgbClr val="FF8C00"/>
            </a:solidFill>
            <a:prstDash val="solid"/>
          </a:ln>
        </p:spPr>
      </p:sp>
      <p:sp>
        <p:nvSpPr>
          <p:cNvPr id="51" name="Text 49"/>
          <p:cNvSpPr/>
          <p:nvPr/>
        </p:nvSpPr>
        <p:spPr>
          <a:xfrm>
            <a:off x="2432304" y="3063240"/>
            <a:ext cx="2011680" cy="41148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52" name="Text 50"/>
          <p:cNvSpPr/>
          <p:nvPr/>
        </p:nvSpPr>
        <p:spPr>
          <a:xfrm>
            <a:off x="2505456" y="3474720"/>
            <a:ext cx="1865376" cy="292608"/>
          </a:xfrm>
          <a:prstGeom prst="rect">
            <a:avLst/>
          </a:prstGeom>
          <a:noFill/>
          <a:ln/>
        </p:spPr>
        <p:txBody>
          <a:bodyPr wrap="square" rtlCol="0" anchor="ctr"/>
          <a:lstStyle/>
          <a:p>
            <a:pPr algn="ctr" indent="0" marL="0">
              <a:buNone/>
            </a:pPr>
            <a:r>
              <a:rPr lang="en-US" sz="1050" b="1" dirty="0">
                <a:solidFill>
                  <a:srgbClr val="FF8C00"/>
                </a:solidFill>
                <a:latin typeface="Arial" pitchFamily="34" charset="0"/>
                <a:ea typeface="Arial" pitchFamily="34" charset="-122"/>
                <a:cs typeface="Arial" pitchFamily="34" charset="-120"/>
              </a:rPr>
              <a:t>Cyberbullying</a:t>
            </a:r>
            <a:endParaRPr lang="en-US" sz="1050" dirty="0"/>
          </a:p>
        </p:txBody>
      </p:sp>
      <p:sp>
        <p:nvSpPr>
          <p:cNvPr id="53" name="Text 51"/>
          <p:cNvSpPr/>
          <p:nvPr/>
        </p:nvSpPr>
        <p:spPr>
          <a:xfrm>
            <a:off x="2505456" y="3776472"/>
            <a:ext cx="1865376" cy="777240"/>
          </a:xfrm>
          <a:prstGeom prst="rect">
            <a:avLst/>
          </a:prstGeom>
          <a:noFill/>
          <a:ln/>
        </p:spPr>
        <p:txBody>
          <a:bodyPr wrap="square" rtlCol="0" anchor="ctr"/>
          <a:lstStyle/>
          <a:p>
            <a:pPr algn="ctr" indent="0" marL="0">
              <a:buNone/>
            </a:pPr>
            <a:r>
              <a:rPr lang="en-US" sz="900" dirty="0">
                <a:solidFill>
                  <a:srgbClr val="C9D1D9"/>
                </a:solidFill>
                <a:latin typeface="Arial" pitchFamily="34" charset="0"/>
                <a:ea typeface="Arial" pitchFamily="34" charset="-122"/>
                <a:cs typeface="Arial" pitchFamily="34" charset="-120"/>
              </a:rPr>
              <a:t>Harassing, threatening, or humiliating people online</a:t>
            </a:r>
            <a:endParaRPr lang="en-US" sz="900" dirty="0"/>
          </a:p>
        </p:txBody>
      </p:sp>
      <p:sp>
        <p:nvSpPr>
          <p:cNvPr id="54" name="Shape 52"/>
          <p:cNvSpPr/>
          <p:nvPr/>
        </p:nvSpPr>
        <p:spPr>
          <a:xfrm>
            <a:off x="4608576" y="2971800"/>
            <a:ext cx="2011680" cy="1664208"/>
          </a:xfrm>
          <a:prstGeom prst="rect">
            <a:avLst/>
          </a:prstGeom>
          <a:solidFill>
            <a:srgbClr val="21262D"/>
          </a:solidFill>
          <a:ln w="19050">
            <a:solidFill>
              <a:srgbClr val="FF3333"/>
            </a:solidFill>
            <a:prstDash val="solid"/>
          </a:ln>
          <a:effectLst>
            <a:outerShdw sx="100000" sy="100000" kx="0" ky="0" algn="bl" rotWithShape="0" blurRad="1290320000" dist="483870000" dir="486000000000">
              <a:srgbClr val="000000">
                <a:alpha val="5000000000"/>
              </a:srgbClr>
            </a:outerShdw>
          </a:effectLst>
        </p:spPr>
      </p:sp>
      <p:sp>
        <p:nvSpPr>
          <p:cNvPr id="55" name="Shape 53"/>
          <p:cNvSpPr/>
          <p:nvPr/>
        </p:nvSpPr>
        <p:spPr>
          <a:xfrm>
            <a:off x="4608576" y="2971800"/>
            <a:ext cx="2011680" cy="54864"/>
          </a:xfrm>
          <a:prstGeom prst="rect">
            <a:avLst/>
          </a:prstGeom>
          <a:solidFill>
            <a:srgbClr val="FF3333"/>
          </a:solidFill>
          <a:ln w="12700">
            <a:solidFill>
              <a:srgbClr val="FF3333"/>
            </a:solidFill>
            <a:prstDash val="solid"/>
          </a:ln>
        </p:spPr>
      </p:sp>
      <p:sp>
        <p:nvSpPr>
          <p:cNvPr id="56" name="Text 54"/>
          <p:cNvSpPr/>
          <p:nvPr/>
        </p:nvSpPr>
        <p:spPr>
          <a:xfrm>
            <a:off x="4608576" y="3063240"/>
            <a:ext cx="2011680" cy="41148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57" name="Text 55"/>
          <p:cNvSpPr/>
          <p:nvPr/>
        </p:nvSpPr>
        <p:spPr>
          <a:xfrm>
            <a:off x="4681728" y="3474720"/>
            <a:ext cx="1865376" cy="292608"/>
          </a:xfrm>
          <a:prstGeom prst="rect">
            <a:avLst/>
          </a:prstGeom>
          <a:noFill/>
          <a:ln/>
        </p:spPr>
        <p:txBody>
          <a:bodyPr wrap="square" rtlCol="0" anchor="ctr"/>
          <a:lstStyle/>
          <a:p>
            <a:pPr algn="ctr" indent="0" marL="0">
              <a:buNone/>
            </a:pPr>
            <a:r>
              <a:rPr lang="en-US" sz="1050" b="1" dirty="0">
                <a:solidFill>
                  <a:srgbClr val="FF3333"/>
                </a:solidFill>
                <a:latin typeface="Arial" pitchFamily="34" charset="0"/>
                <a:ea typeface="Arial" pitchFamily="34" charset="-122"/>
                <a:cs typeface="Arial" pitchFamily="34" charset="-120"/>
              </a:rPr>
              <a:t>DDoS Attack</a:t>
            </a:r>
            <a:endParaRPr lang="en-US" sz="1050" dirty="0"/>
          </a:p>
        </p:txBody>
      </p:sp>
      <p:sp>
        <p:nvSpPr>
          <p:cNvPr id="58" name="Text 56"/>
          <p:cNvSpPr/>
          <p:nvPr/>
        </p:nvSpPr>
        <p:spPr>
          <a:xfrm>
            <a:off x="4681728" y="3776472"/>
            <a:ext cx="1865376" cy="777240"/>
          </a:xfrm>
          <a:prstGeom prst="rect">
            <a:avLst/>
          </a:prstGeom>
          <a:noFill/>
          <a:ln/>
        </p:spPr>
        <p:txBody>
          <a:bodyPr wrap="square" rtlCol="0" anchor="ctr"/>
          <a:lstStyle/>
          <a:p>
            <a:pPr algn="ctr" indent="0" marL="0">
              <a:buNone/>
            </a:pPr>
            <a:r>
              <a:rPr lang="en-US" sz="900" dirty="0">
                <a:solidFill>
                  <a:srgbClr val="C9D1D9"/>
                </a:solidFill>
                <a:latin typeface="Arial" pitchFamily="34" charset="0"/>
                <a:ea typeface="Arial" pitchFamily="34" charset="-122"/>
                <a:cs typeface="Arial" pitchFamily="34" charset="-120"/>
              </a:rPr>
              <a:t>Flooding servers to crash websites and services</a:t>
            </a:r>
            <a:endParaRPr lang="en-US" sz="900" dirty="0"/>
          </a:p>
        </p:txBody>
      </p:sp>
      <p:sp>
        <p:nvSpPr>
          <p:cNvPr id="59" name="Shape 57"/>
          <p:cNvSpPr/>
          <p:nvPr/>
        </p:nvSpPr>
        <p:spPr>
          <a:xfrm>
            <a:off x="6784848" y="2971800"/>
            <a:ext cx="2011680" cy="1664208"/>
          </a:xfrm>
          <a:prstGeom prst="rect">
            <a:avLst/>
          </a:prstGeom>
          <a:solidFill>
            <a:srgbClr val="21262D"/>
          </a:solidFill>
          <a:ln w="19050">
            <a:solidFill>
              <a:srgbClr val="00F5FF"/>
            </a:solidFill>
            <a:prstDash val="solid"/>
          </a:ln>
          <a:effectLst>
            <a:outerShdw sx="100000" sy="100000" kx="0" ky="0" algn="bl" rotWithShape="0" blurRad="1290320000" dist="483870000" dir="486000000000">
              <a:srgbClr val="000000">
                <a:alpha val="5000000000"/>
              </a:srgbClr>
            </a:outerShdw>
          </a:effectLst>
        </p:spPr>
      </p:sp>
      <p:sp>
        <p:nvSpPr>
          <p:cNvPr id="60" name="Shape 58"/>
          <p:cNvSpPr/>
          <p:nvPr/>
        </p:nvSpPr>
        <p:spPr>
          <a:xfrm>
            <a:off x="6784848" y="2971800"/>
            <a:ext cx="2011680" cy="54864"/>
          </a:xfrm>
          <a:prstGeom prst="rect">
            <a:avLst/>
          </a:prstGeom>
          <a:solidFill>
            <a:srgbClr val="00F5FF"/>
          </a:solidFill>
          <a:ln w="12700">
            <a:solidFill>
              <a:srgbClr val="00F5FF"/>
            </a:solidFill>
            <a:prstDash val="solid"/>
          </a:ln>
        </p:spPr>
      </p:sp>
      <p:sp>
        <p:nvSpPr>
          <p:cNvPr id="61" name="Text 59"/>
          <p:cNvSpPr/>
          <p:nvPr/>
        </p:nvSpPr>
        <p:spPr>
          <a:xfrm>
            <a:off x="6784848" y="3063240"/>
            <a:ext cx="2011680" cy="41148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62" name="Text 60"/>
          <p:cNvSpPr/>
          <p:nvPr/>
        </p:nvSpPr>
        <p:spPr>
          <a:xfrm>
            <a:off x="6858000" y="3474720"/>
            <a:ext cx="1865376" cy="292608"/>
          </a:xfrm>
          <a:prstGeom prst="rect">
            <a:avLst/>
          </a:prstGeom>
          <a:noFill/>
          <a:ln/>
        </p:spPr>
        <p:txBody>
          <a:bodyPr wrap="square" rtlCol="0" anchor="ctr"/>
          <a:lstStyle/>
          <a:p>
            <a:pPr algn="ctr" indent="0" marL="0">
              <a:buNone/>
            </a:pPr>
            <a:r>
              <a:rPr lang="en-US" sz="1050" b="1" dirty="0">
                <a:solidFill>
                  <a:srgbClr val="00F5FF"/>
                </a:solidFill>
                <a:latin typeface="Arial" pitchFamily="34" charset="0"/>
                <a:ea typeface="Arial" pitchFamily="34" charset="-122"/>
                <a:cs typeface="Arial" pitchFamily="34" charset="-120"/>
              </a:rPr>
              <a:t>Man-in-the-Middle</a:t>
            </a:r>
            <a:endParaRPr lang="en-US" sz="1050" dirty="0"/>
          </a:p>
        </p:txBody>
      </p:sp>
      <p:sp>
        <p:nvSpPr>
          <p:cNvPr id="63" name="Text 61"/>
          <p:cNvSpPr/>
          <p:nvPr/>
        </p:nvSpPr>
        <p:spPr>
          <a:xfrm>
            <a:off x="6858000" y="3776472"/>
            <a:ext cx="1865376" cy="777240"/>
          </a:xfrm>
          <a:prstGeom prst="rect">
            <a:avLst/>
          </a:prstGeom>
          <a:noFill/>
          <a:ln/>
        </p:spPr>
        <p:txBody>
          <a:bodyPr wrap="square" rtlCol="0" anchor="ctr"/>
          <a:lstStyle/>
          <a:p>
            <a:pPr algn="ctr" indent="0" marL="0">
              <a:buNone/>
            </a:pPr>
            <a:r>
              <a:rPr lang="en-US" sz="900" dirty="0">
                <a:solidFill>
                  <a:srgbClr val="C9D1D9"/>
                </a:solidFill>
                <a:latin typeface="Arial" pitchFamily="34" charset="0"/>
                <a:ea typeface="Arial" pitchFamily="34" charset="-122"/>
                <a:cs typeface="Arial" pitchFamily="34" charset="-120"/>
              </a:rPr>
              <a:t>Intercepting communication between two parties</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0A0F"/>
        </a:solidFill>
      </p:bgPr>
    </p:bg>
    <p:spTree>
      <p:nvGrpSpPr>
        <p:cNvPr id="1" name=""/>
        <p:cNvGrpSpPr/>
        <p:nvPr/>
      </p:nvGrpSpPr>
      <p:grpSpPr>
        <a:xfrm>
          <a:off x="0" y="0"/>
          <a:ext cx="0" cy="0"/>
          <a:chOff x="0" y="0"/>
          <a:chExt cx="0" cy="0"/>
        </a:xfrm>
      </p:grpSpPr>
      <p:sp>
        <p:nvSpPr>
          <p:cNvPr id="2" name="Shape 0"/>
          <p:cNvSpPr/>
          <p:nvPr/>
        </p:nvSpPr>
        <p:spPr>
          <a:xfrm>
            <a:off x="0" y="0"/>
            <a:ext cx="0" cy="5143500"/>
          </a:xfrm>
          <a:prstGeom prst="line">
            <a:avLst/>
          </a:prstGeom>
          <a:noFill/>
          <a:ln w="1905">
            <a:solidFill>
              <a:srgbClr val="00F5FF">
                <a:alpha val="15000"/>
              </a:srgbClr>
            </a:solidFill>
            <a:prstDash val="solid"/>
          </a:ln>
        </p:spPr>
      </p:sp>
      <p:sp>
        <p:nvSpPr>
          <p:cNvPr id="3" name="Shape 1"/>
          <p:cNvSpPr/>
          <p:nvPr/>
        </p:nvSpPr>
        <p:spPr>
          <a:xfrm>
            <a:off x="1005840" y="0"/>
            <a:ext cx="0" cy="5143500"/>
          </a:xfrm>
          <a:prstGeom prst="line">
            <a:avLst/>
          </a:prstGeom>
          <a:noFill/>
          <a:ln w="1905">
            <a:solidFill>
              <a:srgbClr val="00F5FF">
                <a:alpha val="15000"/>
              </a:srgbClr>
            </a:solidFill>
            <a:prstDash val="solid"/>
          </a:ln>
        </p:spPr>
      </p:sp>
      <p:sp>
        <p:nvSpPr>
          <p:cNvPr id="4" name="Shape 2"/>
          <p:cNvSpPr/>
          <p:nvPr/>
        </p:nvSpPr>
        <p:spPr>
          <a:xfrm>
            <a:off x="2011680" y="0"/>
            <a:ext cx="0" cy="5143500"/>
          </a:xfrm>
          <a:prstGeom prst="line">
            <a:avLst/>
          </a:prstGeom>
          <a:noFill/>
          <a:ln w="1905">
            <a:solidFill>
              <a:srgbClr val="00F5FF">
                <a:alpha val="15000"/>
              </a:srgbClr>
            </a:solidFill>
            <a:prstDash val="solid"/>
          </a:ln>
        </p:spPr>
      </p:sp>
      <p:sp>
        <p:nvSpPr>
          <p:cNvPr id="5" name="Shape 3"/>
          <p:cNvSpPr/>
          <p:nvPr/>
        </p:nvSpPr>
        <p:spPr>
          <a:xfrm>
            <a:off x="3017520" y="0"/>
            <a:ext cx="0" cy="5143500"/>
          </a:xfrm>
          <a:prstGeom prst="line">
            <a:avLst/>
          </a:prstGeom>
          <a:noFill/>
          <a:ln w="1905">
            <a:solidFill>
              <a:srgbClr val="00F5FF">
                <a:alpha val="15000"/>
              </a:srgbClr>
            </a:solidFill>
            <a:prstDash val="solid"/>
          </a:ln>
        </p:spPr>
      </p:sp>
      <p:sp>
        <p:nvSpPr>
          <p:cNvPr id="6" name="Shape 4"/>
          <p:cNvSpPr/>
          <p:nvPr/>
        </p:nvSpPr>
        <p:spPr>
          <a:xfrm>
            <a:off x="4023360" y="0"/>
            <a:ext cx="0" cy="5143500"/>
          </a:xfrm>
          <a:prstGeom prst="line">
            <a:avLst/>
          </a:prstGeom>
          <a:noFill/>
          <a:ln w="1905">
            <a:solidFill>
              <a:srgbClr val="00F5FF">
                <a:alpha val="15000"/>
              </a:srgbClr>
            </a:solidFill>
            <a:prstDash val="solid"/>
          </a:ln>
        </p:spPr>
      </p:sp>
      <p:sp>
        <p:nvSpPr>
          <p:cNvPr id="7" name="Shape 5"/>
          <p:cNvSpPr/>
          <p:nvPr/>
        </p:nvSpPr>
        <p:spPr>
          <a:xfrm>
            <a:off x="5029200" y="0"/>
            <a:ext cx="0" cy="5143500"/>
          </a:xfrm>
          <a:prstGeom prst="line">
            <a:avLst/>
          </a:prstGeom>
          <a:noFill/>
          <a:ln w="1905">
            <a:solidFill>
              <a:srgbClr val="00F5FF">
                <a:alpha val="15000"/>
              </a:srgbClr>
            </a:solidFill>
            <a:prstDash val="solid"/>
          </a:ln>
        </p:spPr>
      </p:sp>
      <p:sp>
        <p:nvSpPr>
          <p:cNvPr id="8" name="Shape 6"/>
          <p:cNvSpPr/>
          <p:nvPr/>
        </p:nvSpPr>
        <p:spPr>
          <a:xfrm>
            <a:off x="6035040" y="0"/>
            <a:ext cx="0" cy="5143500"/>
          </a:xfrm>
          <a:prstGeom prst="line">
            <a:avLst/>
          </a:prstGeom>
          <a:noFill/>
          <a:ln w="1905">
            <a:solidFill>
              <a:srgbClr val="00F5FF">
                <a:alpha val="15000"/>
              </a:srgbClr>
            </a:solidFill>
            <a:prstDash val="solid"/>
          </a:ln>
        </p:spPr>
      </p:sp>
      <p:sp>
        <p:nvSpPr>
          <p:cNvPr id="9" name="Shape 7"/>
          <p:cNvSpPr/>
          <p:nvPr/>
        </p:nvSpPr>
        <p:spPr>
          <a:xfrm>
            <a:off x="7040880" y="0"/>
            <a:ext cx="0" cy="5143500"/>
          </a:xfrm>
          <a:prstGeom prst="line">
            <a:avLst/>
          </a:prstGeom>
          <a:noFill/>
          <a:ln w="1905">
            <a:solidFill>
              <a:srgbClr val="00F5FF">
                <a:alpha val="15000"/>
              </a:srgbClr>
            </a:solidFill>
            <a:prstDash val="solid"/>
          </a:ln>
        </p:spPr>
      </p:sp>
      <p:sp>
        <p:nvSpPr>
          <p:cNvPr id="10" name="Shape 8"/>
          <p:cNvSpPr/>
          <p:nvPr/>
        </p:nvSpPr>
        <p:spPr>
          <a:xfrm>
            <a:off x="8046720" y="0"/>
            <a:ext cx="0" cy="5143500"/>
          </a:xfrm>
          <a:prstGeom prst="line">
            <a:avLst/>
          </a:prstGeom>
          <a:noFill/>
          <a:ln w="1905">
            <a:solidFill>
              <a:srgbClr val="00F5FF">
                <a:alpha val="15000"/>
              </a:srgbClr>
            </a:solidFill>
            <a:prstDash val="solid"/>
          </a:ln>
        </p:spPr>
      </p:sp>
      <p:sp>
        <p:nvSpPr>
          <p:cNvPr id="11" name="Shape 9"/>
          <p:cNvSpPr/>
          <p:nvPr/>
        </p:nvSpPr>
        <p:spPr>
          <a:xfrm>
            <a:off x="9052560" y="0"/>
            <a:ext cx="0" cy="5143500"/>
          </a:xfrm>
          <a:prstGeom prst="line">
            <a:avLst/>
          </a:prstGeom>
          <a:noFill/>
          <a:ln w="1905">
            <a:solidFill>
              <a:srgbClr val="00F5FF">
                <a:alpha val="15000"/>
              </a:srgbClr>
            </a:solidFill>
            <a:prstDash val="solid"/>
          </a:ln>
        </p:spPr>
      </p:sp>
      <p:sp>
        <p:nvSpPr>
          <p:cNvPr id="12" name="Shape 10"/>
          <p:cNvSpPr/>
          <p:nvPr/>
        </p:nvSpPr>
        <p:spPr>
          <a:xfrm>
            <a:off x="0" y="0"/>
            <a:ext cx="9144000" cy="0"/>
          </a:xfrm>
          <a:prstGeom prst="line">
            <a:avLst/>
          </a:prstGeom>
          <a:noFill/>
          <a:ln w="1905">
            <a:solidFill>
              <a:srgbClr val="00F5FF">
                <a:alpha val="15000"/>
              </a:srgbClr>
            </a:solidFill>
            <a:prstDash val="solid"/>
          </a:ln>
        </p:spPr>
      </p:sp>
      <p:sp>
        <p:nvSpPr>
          <p:cNvPr id="13" name="Shape 11"/>
          <p:cNvSpPr/>
          <p:nvPr/>
        </p:nvSpPr>
        <p:spPr>
          <a:xfrm>
            <a:off x="0" y="914400"/>
            <a:ext cx="9144000" cy="0"/>
          </a:xfrm>
          <a:prstGeom prst="line">
            <a:avLst/>
          </a:prstGeom>
          <a:noFill/>
          <a:ln w="1905">
            <a:solidFill>
              <a:srgbClr val="00F5FF">
                <a:alpha val="15000"/>
              </a:srgbClr>
            </a:solidFill>
            <a:prstDash val="solid"/>
          </a:ln>
        </p:spPr>
      </p:sp>
      <p:sp>
        <p:nvSpPr>
          <p:cNvPr id="14" name="Shape 12"/>
          <p:cNvSpPr/>
          <p:nvPr/>
        </p:nvSpPr>
        <p:spPr>
          <a:xfrm>
            <a:off x="0" y="1828800"/>
            <a:ext cx="9144000" cy="0"/>
          </a:xfrm>
          <a:prstGeom prst="line">
            <a:avLst/>
          </a:prstGeom>
          <a:noFill/>
          <a:ln w="1905">
            <a:solidFill>
              <a:srgbClr val="00F5FF">
                <a:alpha val="15000"/>
              </a:srgbClr>
            </a:solidFill>
            <a:prstDash val="solid"/>
          </a:ln>
        </p:spPr>
      </p:sp>
      <p:sp>
        <p:nvSpPr>
          <p:cNvPr id="15" name="Shape 13"/>
          <p:cNvSpPr/>
          <p:nvPr/>
        </p:nvSpPr>
        <p:spPr>
          <a:xfrm>
            <a:off x="0" y="2743200"/>
            <a:ext cx="9144000" cy="0"/>
          </a:xfrm>
          <a:prstGeom prst="line">
            <a:avLst/>
          </a:prstGeom>
          <a:noFill/>
          <a:ln w="1905">
            <a:solidFill>
              <a:srgbClr val="00F5FF">
                <a:alpha val="15000"/>
              </a:srgbClr>
            </a:solidFill>
            <a:prstDash val="solid"/>
          </a:ln>
        </p:spPr>
      </p:sp>
      <p:sp>
        <p:nvSpPr>
          <p:cNvPr id="16" name="Shape 14"/>
          <p:cNvSpPr/>
          <p:nvPr/>
        </p:nvSpPr>
        <p:spPr>
          <a:xfrm>
            <a:off x="0" y="3657600"/>
            <a:ext cx="9144000" cy="0"/>
          </a:xfrm>
          <a:prstGeom prst="line">
            <a:avLst/>
          </a:prstGeom>
          <a:noFill/>
          <a:ln w="1905">
            <a:solidFill>
              <a:srgbClr val="00F5FF">
                <a:alpha val="15000"/>
              </a:srgbClr>
            </a:solidFill>
            <a:prstDash val="solid"/>
          </a:ln>
        </p:spPr>
      </p:sp>
      <p:sp>
        <p:nvSpPr>
          <p:cNvPr id="17" name="Shape 15"/>
          <p:cNvSpPr/>
          <p:nvPr/>
        </p:nvSpPr>
        <p:spPr>
          <a:xfrm>
            <a:off x="0" y="4572000"/>
            <a:ext cx="9144000" cy="0"/>
          </a:xfrm>
          <a:prstGeom prst="line">
            <a:avLst/>
          </a:prstGeom>
          <a:noFill/>
          <a:ln w="1905">
            <a:solidFill>
              <a:srgbClr val="00F5FF">
                <a:alpha val="15000"/>
              </a:srgbClr>
            </a:solidFill>
            <a:prstDash val="solid"/>
          </a:ln>
        </p:spPr>
      </p:sp>
      <p:sp>
        <p:nvSpPr>
          <p:cNvPr id="18" name="Shape 16"/>
          <p:cNvSpPr/>
          <p:nvPr/>
        </p:nvSpPr>
        <p:spPr>
          <a:xfrm>
            <a:off x="0" y="0"/>
            <a:ext cx="9144000" cy="73152"/>
          </a:xfrm>
          <a:prstGeom prst="rect">
            <a:avLst/>
          </a:prstGeom>
          <a:solidFill>
            <a:srgbClr val="FF3333"/>
          </a:solidFill>
          <a:ln w="12700">
            <a:solidFill>
              <a:srgbClr val="FF3333"/>
            </a:solidFill>
            <a:prstDash val="solid"/>
          </a:ln>
        </p:spPr>
      </p:sp>
      <p:sp>
        <p:nvSpPr>
          <p:cNvPr id="19" name="Shape 17"/>
          <p:cNvSpPr/>
          <p:nvPr/>
        </p:nvSpPr>
        <p:spPr>
          <a:xfrm>
            <a:off x="0" y="5070348"/>
            <a:ext cx="9144000" cy="73152"/>
          </a:xfrm>
          <a:prstGeom prst="rect">
            <a:avLst/>
          </a:prstGeom>
          <a:solidFill>
            <a:srgbClr val="FF3333"/>
          </a:solidFill>
          <a:ln w="12700">
            <a:solidFill>
              <a:srgbClr val="FF3333"/>
            </a:solidFill>
            <a:prstDash val="solid"/>
          </a:ln>
        </p:spPr>
      </p:sp>
      <p:sp>
        <p:nvSpPr>
          <p:cNvPr id="20" name="Shape 18"/>
          <p:cNvSpPr/>
          <p:nvPr/>
        </p:nvSpPr>
        <p:spPr>
          <a:xfrm>
            <a:off x="320040" y="164592"/>
            <a:ext cx="45720" cy="384048"/>
          </a:xfrm>
          <a:prstGeom prst="rect">
            <a:avLst/>
          </a:prstGeom>
          <a:solidFill>
            <a:srgbClr val="FF3333"/>
          </a:solidFill>
          <a:ln w="12700">
            <a:solidFill>
              <a:srgbClr val="FF3333"/>
            </a:solidFill>
            <a:prstDash val="solid"/>
          </a:ln>
        </p:spPr>
      </p:sp>
      <p:sp>
        <p:nvSpPr>
          <p:cNvPr id="21" name="Text 19"/>
          <p:cNvSpPr/>
          <p:nvPr/>
        </p:nvSpPr>
        <p:spPr>
          <a:xfrm>
            <a:off x="457200" y="155448"/>
            <a:ext cx="5486400" cy="411480"/>
          </a:xfrm>
          <a:prstGeom prst="rect">
            <a:avLst/>
          </a:prstGeom>
          <a:noFill/>
          <a:ln/>
        </p:spPr>
        <p:txBody>
          <a:bodyPr wrap="square" rtlCol="0" anchor="ctr"/>
          <a:lstStyle/>
          <a:p>
            <a:pPr indent="0" marL="0">
              <a:buNone/>
            </a:pPr>
            <a:r>
              <a:rPr lang="en-US" sz="1100" b="1" spc="300" kern="0" dirty="0">
                <a:solidFill>
                  <a:srgbClr val="FF3333"/>
                </a:solidFill>
                <a:latin typeface="Courier New" pitchFamily="34" charset="0"/>
                <a:ea typeface="Courier New" pitchFamily="34" charset="-122"/>
                <a:cs typeface="Courier New" pitchFamily="34" charset="-120"/>
              </a:rPr>
              <a:t>04  //  ATTACK METHODS</a:t>
            </a:r>
            <a:endParaRPr lang="en-US" sz="1100" dirty="0"/>
          </a:p>
        </p:txBody>
      </p:sp>
      <p:sp>
        <p:nvSpPr>
          <p:cNvPr id="22" name="Text 20"/>
          <p:cNvSpPr/>
          <p:nvPr/>
        </p:nvSpPr>
        <p:spPr>
          <a:xfrm>
            <a:off x="8046720" y="4828032"/>
            <a:ext cx="914400" cy="228600"/>
          </a:xfrm>
          <a:prstGeom prst="rect">
            <a:avLst/>
          </a:prstGeom>
          <a:noFill/>
          <a:ln/>
        </p:spPr>
        <p:txBody>
          <a:bodyPr wrap="square" rtlCol="0" anchor="ctr"/>
          <a:lstStyle/>
          <a:p>
            <a:pPr algn="r" indent="0" marL="0">
              <a:buNone/>
            </a:pPr>
            <a:r>
              <a:rPr lang="en-US" sz="900" dirty="0">
                <a:solidFill>
                  <a:srgbClr val="8B949E"/>
                </a:solidFill>
                <a:latin typeface="Courier New" pitchFamily="34" charset="0"/>
                <a:ea typeface="Courier New" pitchFamily="34" charset="-122"/>
                <a:cs typeface="Courier New" pitchFamily="34" charset="-120"/>
              </a:rPr>
              <a:t>06 / 12</a:t>
            </a:r>
            <a:endParaRPr lang="en-US" sz="900" dirty="0"/>
          </a:p>
        </p:txBody>
      </p:sp>
      <p:sp>
        <p:nvSpPr>
          <p:cNvPr id="23" name="Text 21"/>
          <p:cNvSpPr/>
          <p:nvPr/>
        </p:nvSpPr>
        <p:spPr>
          <a:xfrm>
            <a:off x="320040" y="502920"/>
            <a:ext cx="8229600" cy="548640"/>
          </a:xfrm>
          <a:prstGeom prst="rect">
            <a:avLst/>
          </a:prstGeom>
          <a:noFill/>
          <a:ln/>
        </p:spPr>
        <p:txBody>
          <a:bodyPr wrap="square" rtlCol="0" anchor="ctr"/>
          <a:lstStyle/>
          <a:p>
            <a:pPr indent="0" marL="0">
              <a:buNone/>
            </a:pPr>
            <a:r>
              <a:rPr lang="en-US" sz="3000" b="1" dirty="0">
                <a:solidFill>
                  <a:srgbClr val="FFFFFF"/>
                </a:solidFill>
                <a:latin typeface="Arial Black" pitchFamily="34" charset="0"/>
                <a:ea typeface="Arial Black" pitchFamily="34" charset="-122"/>
                <a:cs typeface="Arial Black" pitchFamily="34" charset="-120"/>
              </a:rPr>
              <a:t>How Attackers Strike</a:t>
            </a:r>
            <a:endParaRPr lang="en-US" sz="3000" dirty="0"/>
          </a:p>
        </p:txBody>
      </p:sp>
      <p:sp>
        <p:nvSpPr>
          <p:cNvPr id="24" name="Shape 22"/>
          <p:cNvSpPr/>
          <p:nvPr/>
        </p:nvSpPr>
        <p:spPr>
          <a:xfrm>
            <a:off x="320040" y="1170432"/>
            <a:ext cx="4160520" cy="1719072"/>
          </a:xfrm>
          <a:prstGeom prst="rect">
            <a:avLst/>
          </a:prstGeom>
          <a:solidFill>
            <a:srgbClr val="21262D"/>
          </a:solidFill>
          <a:ln w="19050">
            <a:solidFill>
              <a:srgbClr val="FF8C00"/>
            </a:solidFill>
            <a:prstDash val="solid"/>
          </a:ln>
          <a:effectLst>
            <a:outerShdw sx="100000" sy="100000" kx="0" ky="0" algn="bl" rotWithShape="0" blurRad="1290320000" dist="483870000" dir="486000000000">
              <a:srgbClr val="000000">
                <a:alpha val="5000000000"/>
              </a:srgbClr>
            </a:outerShdw>
          </a:effectLst>
        </p:spPr>
      </p:sp>
      <p:sp>
        <p:nvSpPr>
          <p:cNvPr id="25" name="Shape 23"/>
          <p:cNvSpPr/>
          <p:nvPr/>
        </p:nvSpPr>
        <p:spPr>
          <a:xfrm>
            <a:off x="320040" y="1170432"/>
            <a:ext cx="502920" cy="1719072"/>
          </a:xfrm>
          <a:prstGeom prst="rect">
            <a:avLst/>
          </a:prstGeom>
          <a:solidFill>
            <a:srgbClr val="FF8C00"/>
          </a:solidFill>
          <a:ln w="12700">
            <a:solidFill>
              <a:srgbClr val="FF8C00"/>
            </a:solidFill>
            <a:prstDash val="solid"/>
          </a:ln>
        </p:spPr>
      </p:sp>
      <p:sp>
        <p:nvSpPr>
          <p:cNvPr id="26" name="Text 24"/>
          <p:cNvSpPr/>
          <p:nvPr/>
        </p:nvSpPr>
        <p:spPr>
          <a:xfrm>
            <a:off x="320040" y="1170432"/>
            <a:ext cx="502920" cy="1719072"/>
          </a:xfrm>
          <a:prstGeom prst="rect">
            <a:avLst/>
          </a:prstGeom>
          <a:noFill/>
          <a:ln/>
        </p:spPr>
        <p:txBody>
          <a:bodyPr wrap="square" rtlCol="0" anchor="ctr"/>
          <a:lstStyle/>
          <a:p>
            <a:pPr algn="ctr" indent="0" marL="0">
              <a:buNone/>
            </a:pPr>
            <a:r>
              <a:rPr lang="en-US" sz="1800" b="1" dirty="0">
                <a:solidFill>
                  <a:srgbClr val="0A0A0F"/>
                </a:solidFill>
                <a:latin typeface="Arial Black" pitchFamily="34" charset="0"/>
                <a:ea typeface="Arial Black" pitchFamily="34" charset="-122"/>
                <a:cs typeface="Arial Black" pitchFamily="34" charset="-120"/>
              </a:rPr>
              <a:t>01</a:t>
            </a:r>
            <a:endParaRPr lang="en-US" sz="1800" dirty="0"/>
          </a:p>
        </p:txBody>
      </p:sp>
      <p:sp>
        <p:nvSpPr>
          <p:cNvPr id="27" name="Text 25"/>
          <p:cNvSpPr/>
          <p:nvPr/>
        </p:nvSpPr>
        <p:spPr>
          <a:xfrm>
            <a:off x="914400" y="1261872"/>
            <a:ext cx="3429000" cy="320040"/>
          </a:xfrm>
          <a:prstGeom prst="rect">
            <a:avLst/>
          </a:prstGeom>
          <a:noFill/>
          <a:ln/>
        </p:spPr>
        <p:txBody>
          <a:bodyPr wrap="square" rtlCol="0" anchor="ctr"/>
          <a:lstStyle/>
          <a:p>
            <a:pPr indent="0" marL="0">
              <a:buNone/>
            </a:pPr>
            <a:r>
              <a:rPr lang="en-US" sz="1300" b="1" dirty="0">
                <a:solidFill>
                  <a:srgbClr val="FF8C00"/>
                </a:solidFill>
                <a:latin typeface="Arial" pitchFamily="34" charset="0"/>
                <a:ea typeface="Arial" pitchFamily="34" charset="-122"/>
                <a:cs typeface="Arial" pitchFamily="34" charset="-120"/>
              </a:rPr>
              <a:t>Phishing</a:t>
            </a:r>
            <a:endParaRPr lang="en-US" sz="1300" dirty="0"/>
          </a:p>
        </p:txBody>
      </p:sp>
      <p:sp>
        <p:nvSpPr>
          <p:cNvPr id="28" name="Shape 26"/>
          <p:cNvSpPr/>
          <p:nvPr/>
        </p:nvSpPr>
        <p:spPr>
          <a:xfrm>
            <a:off x="941832" y="1655064"/>
            <a:ext cx="91440" cy="91440"/>
          </a:xfrm>
          <a:prstGeom prst="ellipse">
            <a:avLst/>
          </a:prstGeom>
          <a:solidFill>
            <a:srgbClr val="FF8C00"/>
          </a:solidFill>
          <a:ln w="12700">
            <a:solidFill>
              <a:srgbClr val="FF8C00"/>
            </a:solidFill>
            <a:prstDash val="solid"/>
          </a:ln>
        </p:spPr>
      </p:sp>
      <p:sp>
        <p:nvSpPr>
          <p:cNvPr id="29" name="Text 27"/>
          <p:cNvSpPr/>
          <p:nvPr/>
        </p:nvSpPr>
        <p:spPr>
          <a:xfrm>
            <a:off x="1097280" y="1609344"/>
            <a:ext cx="3246120" cy="256032"/>
          </a:xfrm>
          <a:prstGeom prst="rect">
            <a:avLst/>
          </a:prstGeom>
          <a:noFill/>
          <a:ln/>
        </p:spPr>
        <p:txBody>
          <a:bodyPr wrap="square" rtlCol="0" anchor="ctr"/>
          <a:lstStyle/>
          <a:p>
            <a:pPr indent="0" marL="0">
              <a:buNone/>
            </a:pPr>
            <a:r>
              <a:rPr lang="en-US" sz="950" dirty="0">
                <a:solidFill>
                  <a:srgbClr val="C9D1D9"/>
                </a:solidFill>
                <a:latin typeface="Arial" pitchFamily="34" charset="0"/>
                <a:ea typeface="Arial" pitchFamily="34" charset="-122"/>
                <a:cs typeface="Arial" pitchFamily="34" charset="-120"/>
              </a:rPr>
              <a:t>Fake emails/SMS/calls from trusted sources</a:t>
            </a:r>
            <a:endParaRPr lang="en-US" sz="950" dirty="0"/>
          </a:p>
        </p:txBody>
      </p:sp>
      <p:sp>
        <p:nvSpPr>
          <p:cNvPr id="30" name="Shape 28"/>
          <p:cNvSpPr/>
          <p:nvPr/>
        </p:nvSpPr>
        <p:spPr>
          <a:xfrm>
            <a:off x="941832" y="2039112"/>
            <a:ext cx="91440" cy="91440"/>
          </a:xfrm>
          <a:prstGeom prst="ellipse">
            <a:avLst/>
          </a:prstGeom>
          <a:solidFill>
            <a:srgbClr val="FF8C00"/>
          </a:solidFill>
          <a:ln w="12700">
            <a:solidFill>
              <a:srgbClr val="FF8C00"/>
            </a:solidFill>
            <a:prstDash val="solid"/>
          </a:ln>
        </p:spPr>
      </p:sp>
      <p:sp>
        <p:nvSpPr>
          <p:cNvPr id="31" name="Text 29"/>
          <p:cNvSpPr/>
          <p:nvPr/>
        </p:nvSpPr>
        <p:spPr>
          <a:xfrm>
            <a:off x="1097280" y="1993392"/>
            <a:ext cx="3246120" cy="256032"/>
          </a:xfrm>
          <a:prstGeom prst="rect">
            <a:avLst/>
          </a:prstGeom>
          <a:noFill/>
          <a:ln/>
        </p:spPr>
        <p:txBody>
          <a:bodyPr wrap="square" rtlCol="0" anchor="ctr"/>
          <a:lstStyle/>
          <a:p>
            <a:pPr indent="0" marL="0">
              <a:buNone/>
            </a:pPr>
            <a:r>
              <a:rPr lang="en-US" sz="950" dirty="0">
                <a:solidFill>
                  <a:srgbClr val="C9D1D9"/>
                </a:solidFill>
                <a:latin typeface="Arial" pitchFamily="34" charset="0"/>
                <a:ea typeface="Arial" pitchFamily="34" charset="-122"/>
                <a:cs typeface="Arial" pitchFamily="34" charset="-120"/>
              </a:rPr>
              <a:t>Tricks users into clicking malicious links</a:t>
            </a:r>
            <a:endParaRPr lang="en-US" sz="950" dirty="0"/>
          </a:p>
        </p:txBody>
      </p:sp>
      <p:sp>
        <p:nvSpPr>
          <p:cNvPr id="32" name="Shape 30"/>
          <p:cNvSpPr/>
          <p:nvPr/>
        </p:nvSpPr>
        <p:spPr>
          <a:xfrm>
            <a:off x="941832" y="2423160"/>
            <a:ext cx="91440" cy="91440"/>
          </a:xfrm>
          <a:prstGeom prst="ellipse">
            <a:avLst/>
          </a:prstGeom>
          <a:solidFill>
            <a:srgbClr val="FF8C00"/>
          </a:solidFill>
          <a:ln w="12700">
            <a:solidFill>
              <a:srgbClr val="FF8C00"/>
            </a:solidFill>
            <a:prstDash val="solid"/>
          </a:ln>
        </p:spPr>
      </p:sp>
      <p:sp>
        <p:nvSpPr>
          <p:cNvPr id="33" name="Text 31"/>
          <p:cNvSpPr/>
          <p:nvPr/>
        </p:nvSpPr>
        <p:spPr>
          <a:xfrm>
            <a:off x="1097280" y="2377440"/>
            <a:ext cx="3246120" cy="256032"/>
          </a:xfrm>
          <a:prstGeom prst="rect">
            <a:avLst/>
          </a:prstGeom>
          <a:noFill/>
          <a:ln/>
        </p:spPr>
        <p:txBody>
          <a:bodyPr wrap="square" rtlCol="0" anchor="ctr"/>
          <a:lstStyle/>
          <a:p>
            <a:pPr indent="0" marL="0">
              <a:buNone/>
            </a:pPr>
            <a:r>
              <a:rPr lang="en-US" sz="950" dirty="0">
                <a:solidFill>
                  <a:srgbClr val="C9D1D9"/>
                </a:solidFill>
                <a:latin typeface="Arial" pitchFamily="34" charset="0"/>
                <a:ea typeface="Arial" pitchFamily="34" charset="-122"/>
                <a:cs typeface="Arial" pitchFamily="34" charset="-120"/>
              </a:rPr>
              <a:t>Types: Spear, Smishing, Vishing</a:t>
            </a:r>
            <a:endParaRPr lang="en-US" sz="950" dirty="0"/>
          </a:p>
        </p:txBody>
      </p:sp>
      <p:sp>
        <p:nvSpPr>
          <p:cNvPr id="34" name="Shape 32"/>
          <p:cNvSpPr/>
          <p:nvPr/>
        </p:nvSpPr>
        <p:spPr>
          <a:xfrm>
            <a:off x="4754880" y="1170432"/>
            <a:ext cx="4160520" cy="1719072"/>
          </a:xfrm>
          <a:prstGeom prst="rect">
            <a:avLst/>
          </a:prstGeom>
          <a:solidFill>
            <a:srgbClr val="21262D"/>
          </a:solidFill>
          <a:ln w="19050">
            <a:solidFill>
              <a:srgbClr val="FF3333"/>
            </a:solidFill>
            <a:prstDash val="solid"/>
          </a:ln>
          <a:effectLst>
            <a:outerShdw sx="100000" sy="100000" kx="0" ky="0" algn="bl" rotWithShape="0" blurRad="1290320000" dist="483870000" dir="486000000000">
              <a:srgbClr val="000000">
                <a:alpha val="5000000000"/>
              </a:srgbClr>
            </a:outerShdw>
          </a:effectLst>
        </p:spPr>
      </p:sp>
      <p:sp>
        <p:nvSpPr>
          <p:cNvPr id="35" name="Shape 33"/>
          <p:cNvSpPr/>
          <p:nvPr/>
        </p:nvSpPr>
        <p:spPr>
          <a:xfrm>
            <a:off x="4754880" y="1170432"/>
            <a:ext cx="502920" cy="1719072"/>
          </a:xfrm>
          <a:prstGeom prst="rect">
            <a:avLst/>
          </a:prstGeom>
          <a:solidFill>
            <a:srgbClr val="FF3333"/>
          </a:solidFill>
          <a:ln w="12700">
            <a:solidFill>
              <a:srgbClr val="FF3333"/>
            </a:solidFill>
            <a:prstDash val="solid"/>
          </a:ln>
        </p:spPr>
      </p:sp>
      <p:sp>
        <p:nvSpPr>
          <p:cNvPr id="36" name="Text 34"/>
          <p:cNvSpPr/>
          <p:nvPr/>
        </p:nvSpPr>
        <p:spPr>
          <a:xfrm>
            <a:off x="4754880" y="1170432"/>
            <a:ext cx="502920" cy="1719072"/>
          </a:xfrm>
          <a:prstGeom prst="rect">
            <a:avLst/>
          </a:prstGeom>
          <a:noFill/>
          <a:ln/>
        </p:spPr>
        <p:txBody>
          <a:bodyPr wrap="square" rtlCol="0" anchor="ctr"/>
          <a:lstStyle/>
          <a:p>
            <a:pPr algn="ctr" indent="0" marL="0">
              <a:buNone/>
            </a:pPr>
            <a:r>
              <a:rPr lang="en-US" sz="1800" b="1" dirty="0">
                <a:solidFill>
                  <a:srgbClr val="0A0A0F"/>
                </a:solidFill>
                <a:latin typeface="Arial Black" pitchFamily="34" charset="0"/>
                <a:ea typeface="Arial Black" pitchFamily="34" charset="-122"/>
                <a:cs typeface="Arial Black" pitchFamily="34" charset="-120"/>
              </a:rPr>
              <a:t>02</a:t>
            </a:r>
            <a:endParaRPr lang="en-US" sz="1800" dirty="0"/>
          </a:p>
        </p:txBody>
      </p:sp>
      <p:sp>
        <p:nvSpPr>
          <p:cNvPr id="37" name="Text 35"/>
          <p:cNvSpPr/>
          <p:nvPr/>
        </p:nvSpPr>
        <p:spPr>
          <a:xfrm>
            <a:off x="5349240" y="1261872"/>
            <a:ext cx="3429000" cy="320040"/>
          </a:xfrm>
          <a:prstGeom prst="rect">
            <a:avLst/>
          </a:prstGeom>
          <a:noFill/>
          <a:ln/>
        </p:spPr>
        <p:txBody>
          <a:bodyPr wrap="square" rtlCol="0" anchor="ctr"/>
          <a:lstStyle/>
          <a:p>
            <a:pPr indent="0" marL="0">
              <a:buNone/>
            </a:pPr>
            <a:r>
              <a:rPr lang="en-US" sz="1300" b="1" dirty="0">
                <a:solidFill>
                  <a:srgbClr val="FF3333"/>
                </a:solidFill>
                <a:latin typeface="Arial" pitchFamily="34" charset="0"/>
                <a:ea typeface="Arial" pitchFamily="34" charset="-122"/>
                <a:cs typeface="Arial" pitchFamily="34" charset="-120"/>
              </a:rPr>
              <a:t>Malware &amp; Ransomware</a:t>
            </a:r>
            <a:endParaRPr lang="en-US" sz="1300" dirty="0"/>
          </a:p>
        </p:txBody>
      </p:sp>
      <p:sp>
        <p:nvSpPr>
          <p:cNvPr id="38" name="Shape 36"/>
          <p:cNvSpPr/>
          <p:nvPr/>
        </p:nvSpPr>
        <p:spPr>
          <a:xfrm>
            <a:off x="5376672" y="1655064"/>
            <a:ext cx="91440" cy="91440"/>
          </a:xfrm>
          <a:prstGeom prst="ellipse">
            <a:avLst/>
          </a:prstGeom>
          <a:solidFill>
            <a:srgbClr val="FF3333"/>
          </a:solidFill>
          <a:ln w="12700">
            <a:solidFill>
              <a:srgbClr val="FF3333"/>
            </a:solidFill>
            <a:prstDash val="solid"/>
          </a:ln>
        </p:spPr>
      </p:sp>
      <p:sp>
        <p:nvSpPr>
          <p:cNvPr id="39" name="Text 37"/>
          <p:cNvSpPr/>
          <p:nvPr/>
        </p:nvSpPr>
        <p:spPr>
          <a:xfrm>
            <a:off x="5532120" y="1609344"/>
            <a:ext cx="3246120" cy="256032"/>
          </a:xfrm>
          <a:prstGeom prst="rect">
            <a:avLst/>
          </a:prstGeom>
          <a:noFill/>
          <a:ln/>
        </p:spPr>
        <p:txBody>
          <a:bodyPr wrap="square" rtlCol="0" anchor="ctr"/>
          <a:lstStyle/>
          <a:p>
            <a:pPr indent="0" marL="0">
              <a:buNone/>
            </a:pPr>
            <a:r>
              <a:rPr lang="en-US" sz="950" dirty="0">
                <a:solidFill>
                  <a:srgbClr val="C9D1D9"/>
                </a:solidFill>
                <a:latin typeface="Arial" pitchFamily="34" charset="0"/>
                <a:ea typeface="Arial" pitchFamily="34" charset="-122"/>
                <a:cs typeface="Arial" pitchFamily="34" charset="-120"/>
              </a:rPr>
              <a:t>Malware = viruses, worms, trojans, spyware</a:t>
            </a:r>
            <a:endParaRPr lang="en-US" sz="950" dirty="0"/>
          </a:p>
        </p:txBody>
      </p:sp>
      <p:sp>
        <p:nvSpPr>
          <p:cNvPr id="40" name="Shape 38"/>
          <p:cNvSpPr/>
          <p:nvPr/>
        </p:nvSpPr>
        <p:spPr>
          <a:xfrm>
            <a:off x="5376672" y="2039112"/>
            <a:ext cx="91440" cy="91440"/>
          </a:xfrm>
          <a:prstGeom prst="ellipse">
            <a:avLst/>
          </a:prstGeom>
          <a:solidFill>
            <a:srgbClr val="FF3333"/>
          </a:solidFill>
          <a:ln w="12700">
            <a:solidFill>
              <a:srgbClr val="FF3333"/>
            </a:solidFill>
            <a:prstDash val="solid"/>
          </a:ln>
        </p:spPr>
      </p:sp>
      <p:sp>
        <p:nvSpPr>
          <p:cNvPr id="41" name="Text 39"/>
          <p:cNvSpPr/>
          <p:nvPr/>
        </p:nvSpPr>
        <p:spPr>
          <a:xfrm>
            <a:off x="5532120" y="1993392"/>
            <a:ext cx="3246120" cy="256032"/>
          </a:xfrm>
          <a:prstGeom prst="rect">
            <a:avLst/>
          </a:prstGeom>
          <a:noFill/>
          <a:ln/>
        </p:spPr>
        <p:txBody>
          <a:bodyPr wrap="square" rtlCol="0" anchor="ctr"/>
          <a:lstStyle/>
          <a:p>
            <a:pPr indent="0" marL="0">
              <a:buNone/>
            </a:pPr>
            <a:r>
              <a:rPr lang="en-US" sz="950" dirty="0">
                <a:solidFill>
                  <a:srgbClr val="C9D1D9"/>
                </a:solidFill>
                <a:latin typeface="Arial" pitchFamily="34" charset="0"/>
                <a:ea typeface="Arial" pitchFamily="34" charset="-122"/>
                <a:cs typeface="Arial" pitchFamily="34" charset="-120"/>
              </a:rPr>
              <a:t>Ransomware encrypts files, demands Bitcoin</a:t>
            </a:r>
            <a:endParaRPr lang="en-US" sz="950" dirty="0"/>
          </a:p>
        </p:txBody>
      </p:sp>
      <p:sp>
        <p:nvSpPr>
          <p:cNvPr id="42" name="Shape 40"/>
          <p:cNvSpPr/>
          <p:nvPr/>
        </p:nvSpPr>
        <p:spPr>
          <a:xfrm>
            <a:off x="5376672" y="2423160"/>
            <a:ext cx="91440" cy="91440"/>
          </a:xfrm>
          <a:prstGeom prst="ellipse">
            <a:avLst/>
          </a:prstGeom>
          <a:solidFill>
            <a:srgbClr val="FF3333"/>
          </a:solidFill>
          <a:ln w="12700">
            <a:solidFill>
              <a:srgbClr val="FF3333"/>
            </a:solidFill>
            <a:prstDash val="solid"/>
          </a:ln>
        </p:spPr>
      </p:sp>
      <p:sp>
        <p:nvSpPr>
          <p:cNvPr id="43" name="Text 41"/>
          <p:cNvSpPr/>
          <p:nvPr/>
        </p:nvSpPr>
        <p:spPr>
          <a:xfrm>
            <a:off x="5532120" y="2377440"/>
            <a:ext cx="3246120" cy="256032"/>
          </a:xfrm>
          <a:prstGeom prst="rect">
            <a:avLst/>
          </a:prstGeom>
          <a:noFill/>
          <a:ln/>
        </p:spPr>
        <p:txBody>
          <a:bodyPr wrap="square" rtlCol="0" anchor="ctr"/>
          <a:lstStyle/>
          <a:p>
            <a:pPr indent="0" marL="0">
              <a:buNone/>
            </a:pPr>
            <a:r>
              <a:rPr lang="en-US" sz="950" dirty="0">
                <a:solidFill>
                  <a:srgbClr val="C9D1D9"/>
                </a:solidFill>
                <a:latin typeface="Arial" pitchFamily="34" charset="0"/>
                <a:ea typeface="Arial" pitchFamily="34" charset="-122"/>
                <a:cs typeface="Arial" pitchFamily="34" charset="-120"/>
              </a:rPr>
              <a:t>Spread via downloads, email attachments</a:t>
            </a:r>
            <a:endParaRPr lang="en-US" sz="950" dirty="0"/>
          </a:p>
        </p:txBody>
      </p:sp>
      <p:sp>
        <p:nvSpPr>
          <p:cNvPr id="44" name="Shape 42"/>
          <p:cNvSpPr/>
          <p:nvPr/>
        </p:nvSpPr>
        <p:spPr>
          <a:xfrm>
            <a:off x="320040" y="3044952"/>
            <a:ext cx="4160520" cy="1719072"/>
          </a:xfrm>
          <a:prstGeom prst="rect">
            <a:avLst/>
          </a:prstGeom>
          <a:solidFill>
            <a:srgbClr val="21262D"/>
          </a:solidFill>
          <a:ln w="19050">
            <a:solidFill>
              <a:srgbClr val="00F5FF"/>
            </a:solidFill>
            <a:prstDash val="solid"/>
          </a:ln>
          <a:effectLst>
            <a:outerShdw sx="100000" sy="100000" kx="0" ky="0" algn="bl" rotWithShape="0" blurRad="1290320000" dist="483870000" dir="486000000000">
              <a:srgbClr val="000000">
                <a:alpha val="5000000000"/>
              </a:srgbClr>
            </a:outerShdw>
          </a:effectLst>
        </p:spPr>
      </p:sp>
      <p:sp>
        <p:nvSpPr>
          <p:cNvPr id="45" name="Shape 43"/>
          <p:cNvSpPr/>
          <p:nvPr/>
        </p:nvSpPr>
        <p:spPr>
          <a:xfrm>
            <a:off x="320040" y="3044952"/>
            <a:ext cx="502920" cy="1719072"/>
          </a:xfrm>
          <a:prstGeom prst="rect">
            <a:avLst/>
          </a:prstGeom>
          <a:solidFill>
            <a:srgbClr val="00F5FF"/>
          </a:solidFill>
          <a:ln w="12700">
            <a:solidFill>
              <a:srgbClr val="00F5FF"/>
            </a:solidFill>
            <a:prstDash val="solid"/>
          </a:ln>
        </p:spPr>
      </p:sp>
      <p:sp>
        <p:nvSpPr>
          <p:cNvPr id="46" name="Text 44"/>
          <p:cNvSpPr/>
          <p:nvPr/>
        </p:nvSpPr>
        <p:spPr>
          <a:xfrm>
            <a:off x="320040" y="3044952"/>
            <a:ext cx="502920" cy="1719072"/>
          </a:xfrm>
          <a:prstGeom prst="rect">
            <a:avLst/>
          </a:prstGeom>
          <a:noFill/>
          <a:ln/>
        </p:spPr>
        <p:txBody>
          <a:bodyPr wrap="square" rtlCol="0" anchor="ctr"/>
          <a:lstStyle/>
          <a:p>
            <a:pPr algn="ctr" indent="0" marL="0">
              <a:buNone/>
            </a:pPr>
            <a:r>
              <a:rPr lang="en-US" sz="1800" b="1" dirty="0">
                <a:solidFill>
                  <a:srgbClr val="0A0A0F"/>
                </a:solidFill>
                <a:latin typeface="Arial Black" pitchFamily="34" charset="0"/>
                <a:ea typeface="Arial Black" pitchFamily="34" charset="-122"/>
                <a:cs typeface="Arial Black" pitchFamily="34" charset="-120"/>
              </a:rPr>
              <a:t>03</a:t>
            </a:r>
            <a:endParaRPr lang="en-US" sz="1800" dirty="0"/>
          </a:p>
        </p:txBody>
      </p:sp>
      <p:sp>
        <p:nvSpPr>
          <p:cNvPr id="47" name="Text 45"/>
          <p:cNvSpPr/>
          <p:nvPr/>
        </p:nvSpPr>
        <p:spPr>
          <a:xfrm>
            <a:off x="914400" y="3136392"/>
            <a:ext cx="3429000" cy="320040"/>
          </a:xfrm>
          <a:prstGeom prst="rect">
            <a:avLst/>
          </a:prstGeom>
          <a:noFill/>
          <a:ln/>
        </p:spPr>
        <p:txBody>
          <a:bodyPr wrap="square" rtlCol="0" anchor="ctr"/>
          <a:lstStyle/>
          <a:p>
            <a:pPr indent="0" marL="0">
              <a:buNone/>
            </a:pPr>
            <a:r>
              <a:rPr lang="en-US" sz="1300" b="1" dirty="0">
                <a:solidFill>
                  <a:srgbClr val="00F5FF"/>
                </a:solidFill>
                <a:latin typeface="Arial" pitchFamily="34" charset="0"/>
                <a:ea typeface="Arial" pitchFamily="34" charset="-122"/>
                <a:cs typeface="Arial" pitchFamily="34" charset="-120"/>
              </a:rPr>
              <a:t>Social Engineering</a:t>
            </a:r>
            <a:endParaRPr lang="en-US" sz="1300" dirty="0"/>
          </a:p>
        </p:txBody>
      </p:sp>
      <p:sp>
        <p:nvSpPr>
          <p:cNvPr id="48" name="Shape 46"/>
          <p:cNvSpPr/>
          <p:nvPr/>
        </p:nvSpPr>
        <p:spPr>
          <a:xfrm>
            <a:off x="941832" y="3529584"/>
            <a:ext cx="91440" cy="91440"/>
          </a:xfrm>
          <a:prstGeom prst="ellipse">
            <a:avLst/>
          </a:prstGeom>
          <a:solidFill>
            <a:srgbClr val="00F5FF"/>
          </a:solidFill>
          <a:ln w="12700">
            <a:solidFill>
              <a:srgbClr val="00F5FF"/>
            </a:solidFill>
            <a:prstDash val="solid"/>
          </a:ln>
        </p:spPr>
      </p:sp>
      <p:sp>
        <p:nvSpPr>
          <p:cNvPr id="49" name="Text 47"/>
          <p:cNvSpPr/>
          <p:nvPr/>
        </p:nvSpPr>
        <p:spPr>
          <a:xfrm>
            <a:off x="1097280" y="3483864"/>
            <a:ext cx="3246120" cy="256032"/>
          </a:xfrm>
          <a:prstGeom prst="rect">
            <a:avLst/>
          </a:prstGeom>
          <a:noFill/>
          <a:ln/>
        </p:spPr>
        <p:txBody>
          <a:bodyPr wrap="square" rtlCol="0" anchor="ctr"/>
          <a:lstStyle/>
          <a:p>
            <a:pPr indent="0" marL="0">
              <a:buNone/>
            </a:pPr>
            <a:r>
              <a:rPr lang="en-US" sz="950" dirty="0">
                <a:solidFill>
                  <a:srgbClr val="C9D1D9"/>
                </a:solidFill>
                <a:latin typeface="Arial" pitchFamily="34" charset="0"/>
                <a:ea typeface="Arial" pitchFamily="34" charset="-122"/>
                <a:cs typeface="Arial" pitchFamily="34" charset="-120"/>
              </a:rPr>
              <a:t>Exploits human psychology, not tech</a:t>
            </a:r>
            <a:endParaRPr lang="en-US" sz="950" dirty="0"/>
          </a:p>
        </p:txBody>
      </p:sp>
      <p:sp>
        <p:nvSpPr>
          <p:cNvPr id="50" name="Shape 48"/>
          <p:cNvSpPr/>
          <p:nvPr/>
        </p:nvSpPr>
        <p:spPr>
          <a:xfrm>
            <a:off x="941832" y="3913632"/>
            <a:ext cx="91440" cy="91440"/>
          </a:xfrm>
          <a:prstGeom prst="ellipse">
            <a:avLst/>
          </a:prstGeom>
          <a:solidFill>
            <a:srgbClr val="00F5FF"/>
          </a:solidFill>
          <a:ln w="12700">
            <a:solidFill>
              <a:srgbClr val="00F5FF"/>
            </a:solidFill>
            <a:prstDash val="solid"/>
          </a:ln>
        </p:spPr>
      </p:sp>
      <p:sp>
        <p:nvSpPr>
          <p:cNvPr id="51" name="Text 49"/>
          <p:cNvSpPr/>
          <p:nvPr/>
        </p:nvSpPr>
        <p:spPr>
          <a:xfrm>
            <a:off x="1097280" y="3867912"/>
            <a:ext cx="3246120" cy="256032"/>
          </a:xfrm>
          <a:prstGeom prst="rect">
            <a:avLst/>
          </a:prstGeom>
          <a:noFill/>
          <a:ln/>
        </p:spPr>
        <p:txBody>
          <a:bodyPr wrap="square" rtlCol="0" anchor="ctr"/>
          <a:lstStyle/>
          <a:p>
            <a:pPr indent="0" marL="0">
              <a:buNone/>
            </a:pPr>
            <a:r>
              <a:rPr lang="en-US" sz="950" dirty="0">
                <a:solidFill>
                  <a:srgbClr val="C9D1D9"/>
                </a:solidFill>
                <a:latin typeface="Arial" pitchFamily="34" charset="0"/>
                <a:ea typeface="Arial" pitchFamily="34" charset="-122"/>
                <a:cs typeface="Arial" pitchFamily="34" charset="-120"/>
              </a:rPr>
              <a:t>Tactics: pretexting, baiting, tailgating</a:t>
            </a:r>
            <a:endParaRPr lang="en-US" sz="950" dirty="0"/>
          </a:p>
        </p:txBody>
      </p:sp>
      <p:sp>
        <p:nvSpPr>
          <p:cNvPr id="52" name="Shape 50"/>
          <p:cNvSpPr/>
          <p:nvPr/>
        </p:nvSpPr>
        <p:spPr>
          <a:xfrm>
            <a:off x="941832" y="4297680"/>
            <a:ext cx="91440" cy="91440"/>
          </a:xfrm>
          <a:prstGeom prst="ellipse">
            <a:avLst/>
          </a:prstGeom>
          <a:solidFill>
            <a:srgbClr val="00F5FF"/>
          </a:solidFill>
          <a:ln w="12700">
            <a:solidFill>
              <a:srgbClr val="00F5FF"/>
            </a:solidFill>
            <a:prstDash val="solid"/>
          </a:ln>
        </p:spPr>
      </p:sp>
      <p:sp>
        <p:nvSpPr>
          <p:cNvPr id="53" name="Text 51"/>
          <p:cNvSpPr/>
          <p:nvPr/>
        </p:nvSpPr>
        <p:spPr>
          <a:xfrm>
            <a:off x="1097280" y="4251960"/>
            <a:ext cx="3246120" cy="256032"/>
          </a:xfrm>
          <a:prstGeom prst="rect">
            <a:avLst/>
          </a:prstGeom>
          <a:noFill/>
          <a:ln/>
        </p:spPr>
        <p:txBody>
          <a:bodyPr wrap="square" rtlCol="0" anchor="ctr"/>
          <a:lstStyle/>
          <a:p>
            <a:pPr indent="0" marL="0">
              <a:buNone/>
            </a:pPr>
            <a:r>
              <a:rPr lang="en-US" sz="950" dirty="0">
                <a:solidFill>
                  <a:srgbClr val="C9D1D9"/>
                </a:solidFill>
                <a:latin typeface="Arial" pitchFamily="34" charset="0"/>
                <a:ea typeface="Arial" pitchFamily="34" charset="-122"/>
                <a:cs typeface="Arial" pitchFamily="34" charset="-120"/>
              </a:rPr>
              <a:t>Most dangerous — no software can stop it</a:t>
            </a:r>
            <a:endParaRPr lang="en-US" sz="950" dirty="0"/>
          </a:p>
        </p:txBody>
      </p:sp>
      <p:sp>
        <p:nvSpPr>
          <p:cNvPr id="54" name="Shape 52"/>
          <p:cNvSpPr/>
          <p:nvPr/>
        </p:nvSpPr>
        <p:spPr>
          <a:xfrm>
            <a:off x="4754880" y="3044952"/>
            <a:ext cx="4160520" cy="1719072"/>
          </a:xfrm>
          <a:prstGeom prst="rect">
            <a:avLst/>
          </a:prstGeom>
          <a:solidFill>
            <a:srgbClr val="21262D"/>
          </a:solidFill>
          <a:ln w="19050">
            <a:solidFill>
              <a:srgbClr val="39FF14"/>
            </a:solidFill>
            <a:prstDash val="solid"/>
          </a:ln>
          <a:effectLst>
            <a:outerShdw sx="100000" sy="100000" kx="0" ky="0" algn="bl" rotWithShape="0" blurRad="1290320000" dist="483870000" dir="486000000000">
              <a:srgbClr val="000000">
                <a:alpha val="5000000000"/>
              </a:srgbClr>
            </a:outerShdw>
          </a:effectLst>
        </p:spPr>
      </p:sp>
      <p:sp>
        <p:nvSpPr>
          <p:cNvPr id="55" name="Shape 53"/>
          <p:cNvSpPr/>
          <p:nvPr/>
        </p:nvSpPr>
        <p:spPr>
          <a:xfrm>
            <a:off x="4754880" y="3044952"/>
            <a:ext cx="502920" cy="1719072"/>
          </a:xfrm>
          <a:prstGeom prst="rect">
            <a:avLst/>
          </a:prstGeom>
          <a:solidFill>
            <a:srgbClr val="39FF14"/>
          </a:solidFill>
          <a:ln w="12700">
            <a:solidFill>
              <a:srgbClr val="39FF14"/>
            </a:solidFill>
            <a:prstDash val="solid"/>
          </a:ln>
        </p:spPr>
      </p:sp>
      <p:sp>
        <p:nvSpPr>
          <p:cNvPr id="56" name="Text 54"/>
          <p:cNvSpPr/>
          <p:nvPr/>
        </p:nvSpPr>
        <p:spPr>
          <a:xfrm>
            <a:off x="4754880" y="3044952"/>
            <a:ext cx="502920" cy="1719072"/>
          </a:xfrm>
          <a:prstGeom prst="rect">
            <a:avLst/>
          </a:prstGeom>
          <a:noFill/>
          <a:ln/>
        </p:spPr>
        <p:txBody>
          <a:bodyPr wrap="square" rtlCol="0" anchor="ctr"/>
          <a:lstStyle/>
          <a:p>
            <a:pPr algn="ctr" indent="0" marL="0">
              <a:buNone/>
            </a:pPr>
            <a:r>
              <a:rPr lang="en-US" sz="1800" b="1" dirty="0">
                <a:solidFill>
                  <a:srgbClr val="0A0A0F"/>
                </a:solidFill>
                <a:latin typeface="Arial Black" pitchFamily="34" charset="0"/>
                <a:ea typeface="Arial Black" pitchFamily="34" charset="-122"/>
                <a:cs typeface="Arial Black" pitchFamily="34" charset="-120"/>
              </a:rPr>
              <a:t>04</a:t>
            </a:r>
            <a:endParaRPr lang="en-US" sz="1800" dirty="0"/>
          </a:p>
        </p:txBody>
      </p:sp>
      <p:sp>
        <p:nvSpPr>
          <p:cNvPr id="57" name="Text 55"/>
          <p:cNvSpPr/>
          <p:nvPr/>
        </p:nvSpPr>
        <p:spPr>
          <a:xfrm>
            <a:off x="5349240" y="3136392"/>
            <a:ext cx="3429000" cy="320040"/>
          </a:xfrm>
          <a:prstGeom prst="rect">
            <a:avLst/>
          </a:prstGeom>
          <a:noFill/>
          <a:ln/>
        </p:spPr>
        <p:txBody>
          <a:bodyPr wrap="square" rtlCol="0" anchor="ctr"/>
          <a:lstStyle/>
          <a:p>
            <a:pPr indent="0" marL="0">
              <a:buNone/>
            </a:pPr>
            <a:r>
              <a:rPr lang="en-US" sz="1300" b="1" dirty="0">
                <a:solidFill>
                  <a:srgbClr val="39FF14"/>
                </a:solidFill>
                <a:latin typeface="Arial" pitchFamily="34" charset="0"/>
                <a:ea typeface="Arial" pitchFamily="34" charset="-122"/>
                <a:cs typeface="Arial" pitchFamily="34" charset="-120"/>
              </a:rPr>
              <a:t>Password Attacks</a:t>
            </a:r>
            <a:endParaRPr lang="en-US" sz="1300" dirty="0"/>
          </a:p>
        </p:txBody>
      </p:sp>
      <p:sp>
        <p:nvSpPr>
          <p:cNvPr id="58" name="Shape 56"/>
          <p:cNvSpPr/>
          <p:nvPr/>
        </p:nvSpPr>
        <p:spPr>
          <a:xfrm>
            <a:off x="5376672" y="3529584"/>
            <a:ext cx="91440" cy="91440"/>
          </a:xfrm>
          <a:prstGeom prst="ellipse">
            <a:avLst/>
          </a:prstGeom>
          <a:solidFill>
            <a:srgbClr val="39FF14"/>
          </a:solidFill>
          <a:ln w="12700">
            <a:solidFill>
              <a:srgbClr val="39FF14"/>
            </a:solidFill>
            <a:prstDash val="solid"/>
          </a:ln>
        </p:spPr>
      </p:sp>
      <p:sp>
        <p:nvSpPr>
          <p:cNvPr id="59" name="Text 57"/>
          <p:cNvSpPr/>
          <p:nvPr/>
        </p:nvSpPr>
        <p:spPr>
          <a:xfrm>
            <a:off x="5532120" y="3483864"/>
            <a:ext cx="3246120" cy="256032"/>
          </a:xfrm>
          <a:prstGeom prst="rect">
            <a:avLst/>
          </a:prstGeom>
          <a:noFill/>
          <a:ln/>
        </p:spPr>
        <p:txBody>
          <a:bodyPr wrap="square" rtlCol="0" anchor="ctr"/>
          <a:lstStyle/>
          <a:p>
            <a:pPr indent="0" marL="0">
              <a:buNone/>
            </a:pPr>
            <a:r>
              <a:rPr lang="en-US" sz="950" dirty="0">
                <a:solidFill>
                  <a:srgbClr val="C9D1D9"/>
                </a:solidFill>
                <a:latin typeface="Arial" pitchFamily="34" charset="0"/>
                <a:ea typeface="Arial" pitchFamily="34" charset="-122"/>
                <a:cs typeface="Arial" pitchFamily="34" charset="-120"/>
              </a:rPr>
              <a:t>Brute Force — tries every combination</a:t>
            </a:r>
            <a:endParaRPr lang="en-US" sz="950" dirty="0"/>
          </a:p>
        </p:txBody>
      </p:sp>
      <p:sp>
        <p:nvSpPr>
          <p:cNvPr id="60" name="Shape 58"/>
          <p:cNvSpPr/>
          <p:nvPr/>
        </p:nvSpPr>
        <p:spPr>
          <a:xfrm>
            <a:off x="5376672" y="3913632"/>
            <a:ext cx="91440" cy="91440"/>
          </a:xfrm>
          <a:prstGeom prst="ellipse">
            <a:avLst/>
          </a:prstGeom>
          <a:solidFill>
            <a:srgbClr val="39FF14"/>
          </a:solidFill>
          <a:ln w="12700">
            <a:solidFill>
              <a:srgbClr val="39FF14"/>
            </a:solidFill>
            <a:prstDash val="solid"/>
          </a:ln>
        </p:spPr>
      </p:sp>
      <p:sp>
        <p:nvSpPr>
          <p:cNvPr id="61" name="Text 59"/>
          <p:cNvSpPr/>
          <p:nvPr/>
        </p:nvSpPr>
        <p:spPr>
          <a:xfrm>
            <a:off x="5532120" y="3867912"/>
            <a:ext cx="3246120" cy="256032"/>
          </a:xfrm>
          <a:prstGeom prst="rect">
            <a:avLst/>
          </a:prstGeom>
          <a:noFill/>
          <a:ln/>
        </p:spPr>
        <p:txBody>
          <a:bodyPr wrap="square" rtlCol="0" anchor="ctr"/>
          <a:lstStyle/>
          <a:p>
            <a:pPr indent="0" marL="0">
              <a:buNone/>
            </a:pPr>
            <a:r>
              <a:rPr lang="en-US" sz="950" dirty="0">
                <a:solidFill>
                  <a:srgbClr val="C9D1D9"/>
                </a:solidFill>
                <a:latin typeface="Arial" pitchFamily="34" charset="0"/>
                <a:ea typeface="Arial" pitchFamily="34" charset="-122"/>
                <a:cs typeface="Arial" pitchFamily="34" charset="-120"/>
              </a:rPr>
              <a:t>Dictionary Attack — uses common words</a:t>
            </a:r>
            <a:endParaRPr lang="en-US" sz="950" dirty="0"/>
          </a:p>
        </p:txBody>
      </p:sp>
      <p:sp>
        <p:nvSpPr>
          <p:cNvPr id="62" name="Shape 60"/>
          <p:cNvSpPr/>
          <p:nvPr/>
        </p:nvSpPr>
        <p:spPr>
          <a:xfrm>
            <a:off x="5376672" y="4297680"/>
            <a:ext cx="91440" cy="91440"/>
          </a:xfrm>
          <a:prstGeom prst="ellipse">
            <a:avLst/>
          </a:prstGeom>
          <a:solidFill>
            <a:srgbClr val="39FF14"/>
          </a:solidFill>
          <a:ln w="12700">
            <a:solidFill>
              <a:srgbClr val="39FF14"/>
            </a:solidFill>
            <a:prstDash val="solid"/>
          </a:ln>
        </p:spPr>
      </p:sp>
      <p:sp>
        <p:nvSpPr>
          <p:cNvPr id="63" name="Text 61"/>
          <p:cNvSpPr/>
          <p:nvPr/>
        </p:nvSpPr>
        <p:spPr>
          <a:xfrm>
            <a:off x="5532120" y="4251960"/>
            <a:ext cx="3246120" cy="256032"/>
          </a:xfrm>
          <a:prstGeom prst="rect">
            <a:avLst/>
          </a:prstGeom>
          <a:noFill/>
          <a:ln/>
        </p:spPr>
        <p:txBody>
          <a:bodyPr wrap="square" rtlCol="0" anchor="ctr"/>
          <a:lstStyle/>
          <a:p>
            <a:pPr indent="0" marL="0">
              <a:buNone/>
            </a:pPr>
            <a:r>
              <a:rPr lang="en-US" sz="950" dirty="0">
                <a:solidFill>
                  <a:srgbClr val="C9D1D9"/>
                </a:solidFill>
                <a:latin typeface="Arial" pitchFamily="34" charset="0"/>
                <a:ea typeface="Arial" pitchFamily="34" charset="-122"/>
                <a:cs typeface="Arial" pitchFamily="34" charset="-120"/>
              </a:rPr>
              <a:t>Credential Stuffing — uses leaked passwords</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0A0F"/>
        </a:solidFill>
      </p:bgPr>
    </p:bg>
    <p:spTree>
      <p:nvGrpSpPr>
        <p:cNvPr id="1" name=""/>
        <p:cNvGrpSpPr/>
        <p:nvPr/>
      </p:nvGrpSpPr>
      <p:grpSpPr>
        <a:xfrm>
          <a:off x="0" y="0"/>
          <a:ext cx="0" cy="0"/>
          <a:chOff x="0" y="0"/>
          <a:chExt cx="0" cy="0"/>
        </a:xfrm>
      </p:grpSpPr>
      <p:sp>
        <p:nvSpPr>
          <p:cNvPr id="2" name="Shape 0"/>
          <p:cNvSpPr/>
          <p:nvPr/>
        </p:nvSpPr>
        <p:spPr>
          <a:xfrm>
            <a:off x="0" y="0"/>
            <a:ext cx="0" cy="5143500"/>
          </a:xfrm>
          <a:prstGeom prst="line">
            <a:avLst/>
          </a:prstGeom>
          <a:noFill/>
          <a:ln w="1905">
            <a:solidFill>
              <a:srgbClr val="00F5FF">
                <a:alpha val="15000"/>
              </a:srgbClr>
            </a:solidFill>
            <a:prstDash val="solid"/>
          </a:ln>
        </p:spPr>
      </p:sp>
      <p:sp>
        <p:nvSpPr>
          <p:cNvPr id="3" name="Shape 1"/>
          <p:cNvSpPr/>
          <p:nvPr/>
        </p:nvSpPr>
        <p:spPr>
          <a:xfrm>
            <a:off x="1005840" y="0"/>
            <a:ext cx="0" cy="5143500"/>
          </a:xfrm>
          <a:prstGeom prst="line">
            <a:avLst/>
          </a:prstGeom>
          <a:noFill/>
          <a:ln w="1905">
            <a:solidFill>
              <a:srgbClr val="00F5FF">
                <a:alpha val="15000"/>
              </a:srgbClr>
            </a:solidFill>
            <a:prstDash val="solid"/>
          </a:ln>
        </p:spPr>
      </p:sp>
      <p:sp>
        <p:nvSpPr>
          <p:cNvPr id="4" name="Shape 2"/>
          <p:cNvSpPr/>
          <p:nvPr/>
        </p:nvSpPr>
        <p:spPr>
          <a:xfrm>
            <a:off x="2011680" y="0"/>
            <a:ext cx="0" cy="5143500"/>
          </a:xfrm>
          <a:prstGeom prst="line">
            <a:avLst/>
          </a:prstGeom>
          <a:noFill/>
          <a:ln w="1905">
            <a:solidFill>
              <a:srgbClr val="00F5FF">
                <a:alpha val="15000"/>
              </a:srgbClr>
            </a:solidFill>
            <a:prstDash val="solid"/>
          </a:ln>
        </p:spPr>
      </p:sp>
      <p:sp>
        <p:nvSpPr>
          <p:cNvPr id="5" name="Shape 3"/>
          <p:cNvSpPr/>
          <p:nvPr/>
        </p:nvSpPr>
        <p:spPr>
          <a:xfrm>
            <a:off x="3017520" y="0"/>
            <a:ext cx="0" cy="5143500"/>
          </a:xfrm>
          <a:prstGeom prst="line">
            <a:avLst/>
          </a:prstGeom>
          <a:noFill/>
          <a:ln w="1905">
            <a:solidFill>
              <a:srgbClr val="00F5FF">
                <a:alpha val="15000"/>
              </a:srgbClr>
            </a:solidFill>
            <a:prstDash val="solid"/>
          </a:ln>
        </p:spPr>
      </p:sp>
      <p:sp>
        <p:nvSpPr>
          <p:cNvPr id="6" name="Shape 4"/>
          <p:cNvSpPr/>
          <p:nvPr/>
        </p:nvSpPr>
        <p:spPr>
          <a:xfrm>
            <a:off x="4023360" y="0"/>
            <a:ext cx="0" cy="5143500"/>
          </a:xfrm>
          <a:prstGeom prst="line">
            <a:avLst/>
          </a:prstGeom>
          <a:noFill/>
          <a:ln w="1905">
            <a:solidFill>
              <a:srgbClr val="00F5FF">
                <a:alpha val="15000"/>
              </a:srgbClr>
            </a:solidFill>
            <a:prstDash val="solid"/>
          </a:ln>
        </p:spPr>
      </p:sp>
      <p:sp>
        <p:nvSpPr>
          <p:cNvPr id="7" name="Shape 5"/>
          <p:cNvSpPr/>
          <p:nvPr/>
        </p:nvSpPr>
        <p:spPr>
          <a:xfrm>
            <a:off x="5029200" y="0"/>
            <a:ext cx="0" cy="5143500"/>
          </a:xfrm>
          <a:prstGeom prst="line">
            <a:avLst/>
          </a:prstGeom>
          <a:noFill/>
          <a:ln w="1905">
            <a:solidFill>
              <a:srgbClr val="00F5FF">
                <a:alpha val="15000"/>
              </a:srgbClr>
            </a:solidFill>
            <a:prstDash val="solid"/>
          </a:ln>
        </p:spPr>
      </p:sp>
      <p:sp>
        <p:nvSpPr>
          <p:cNvPr id="8" name="Shape 6"/>
          <p:cNvSpPr/>
          <p:nvPr/>
        </p:nvSpPr>
        <p:spPr>
          <a:xfrm>
            <a:off x="6035040" y="0"/>
            <a:ext cx="0" cy="5143500"/>
          </a:xfrm>
          <a:prstGeom prst="line">
            <a:avLst/>
          </a:prstGeom>
          <a:noFill/>
          <a:ln w="1905">
            <a:solidFill>
              <a:srgbClr val="00F5FF">
                <a:alpha val="15000"/>
              </a:srgbClr>
            </a:solidFill>
            <a:prstDash val="solid"/>
          </a:ln>
        </p:spPr>
      </p:sp>
      <p:sp>
        <p:nvSpPr>
          <p:cNvPr id="9" name="Shape 7"/>
          <p:cNvSpPr/>
          <p:nvPr/>
        </p:nvSpPr>
        <p:spPr>
          <a:xfrm>
            <a:off x="7040880" y="0"/>
            <a:ext cx="0" cy="5143500"/>
          </a:xfrm>
          <a:prstGeom prst="line">
            <a:avLst/>
          </a:prstGeom>
          <a:noFill/>
          <a:ln w="1905">
            <a:solidFill>
              <a:srgbClr val="00F5FF">
                <a:alpha val="15000"/>
              </a:srgbClr>
            </a:solidFill>
            <a:prstDash val="solid"/>
          </a:ln>
        </p:spPr>
      </p:sp>
      <p:sp>
        <p:nvSpPr>
          <p:cNvPr id="10" name="Shape 8"/>
          <p:cNvSpPr/>
          <p:nvPr/>
        </p:nvSpPr>
        <p:spPr>
          <a:xfrm>
            <a:off x="8046720" y="0"/>
            <a:ext cx="0" cy="5143500"/>
          </a:xfrm>
          <a:prstGeom prst="line">
            <a:avLst/>
          </a:prstGeom>
          <a:noFill/>
          <a:ln w="1905">
            <a:solidFill>
              <a:srgbClr val="00F5FF">
                <a:alpha val="15000"/>
              </a:srgbClr>
            </a:solidFill>
            <a:prstDash val="solid"/>
          </a:ln>
        </p:spPr>
      </p:sp>
      <p:sp>
        <p:nvSpPr>
          <p:cNvPr id="11" name="Shape 9"/>
          <p:cNvSpPr/>
          <p:nvPr/>
        </p:nvSpPr>
        <p:spPr>
          <a:xfrm>
            <a:off x="9052560" y="0"/>
            <a:ext cx="0" cy="5143500"/>
          </a:xfrm>
          <a:prstGeom prst="line">
            <a:avLst/>
          </a:prstGeom>
          <a:noFill/>
          <a:ln w="1905">
            <a:solidFill>
              <a:srgbClr val="00F5FF">
                <a:alpha val="15000"/>
              </a:srgbClr>
            </a:solidFill>
            <a:prstDash val="solid"/>
          </a:ln>
        </p:spPr>
      </p:sp>
      <p:sp>
        <p:nvSpPr>
          <p:cNvPr id="12" name="Shape 10"/>
          <p:cNvSpPr/>
          <p:nvPr/>
        </p:nvSpPr>
        <p:spPr>
          <a:xfrm>
            <a:off x="0" y="0"/>
            <a:ext cx="9144000" cy="0"/>
          </a:xfrm>
          <a:prstGeom prst="line">
            <a:avLst/>
          </a:prstGeom>
          <a:noFill/>
          <a:ln w="1905">
            <a:solidFill>
              <a:srgbClr val="00F5FF">
                <a:alpha val="15000"/>
              </a:srgbClr>
            </a:solidFill>
            <a:prstDash val="solid"/>
          </a:ln>
        </p:spPr>
      </p:sp>
      <p:sp>
        <p:nvSpPr>
          <p:cNvPr id="13" name="Shape 11"/>
          <p:cNvSpPr/>
          <p:nvPr/>
        </p:nvSpPr>
        <p:spPr>
          <a:xfrm>
            <a:off x="0" y="914400"/>
            <a:ext cx="9144000" cy="0"/>
          </a:xfrm>
          <a:prstGeom prst="line">
            <a:avLst/>
          </a:prstGeom>
          <a:noFill/>
          <a:ln w="1905">
            <a:solidFill>
              <a:srgbClr val="00F5FF">
                <a:alpha val="15000"/>
              </a:srgbClr>
            </a:solidFill>
            <a:prstDash val="solid"/>
          </a:ln>
        </p:spPr>
      </p:sp>
      <p:sp>
        <p:nvSpPr>
          <p:cNvPr id="14" name="Shape 12"/>
          <p:cNvSpPr/>
          <p:nvPr/>
        </p:nvSpPr>
        <p:spPr>
          <a:xfrm>
            <a:off x="0" y="1828800"/>
            <a:ext cx="9144000" cy="0"/>
          </a:xfrm>
          <a:prstGeom prst="line">
            <a:avLst/>
          </a:prstGeom>
          <a:noFill/>
          <a:ln w="1905">
            <a:solidFill>
              <a:srgbClr val="00F5FF">
                <a:alpha val="15000"/>
              </a:srgbClr>
            </a:solidFill>
            <a:prstDash val="solid"/>
          </a:ln>
        </p:spPr>
      </p:sp>
      <p:sp>
        <p:nvSpPr>
          <p:cNvPr id="15" name="Shape 13"/>
          <p:cNvSpPr/>
          <p:nvPr/>
        </p:nvSpPr>
        <p:spPr>
          <a:xfrm>
            <a:off x="0" y="2743200"/>
            <a:ext cx="9144000" cy="0"/>
          </a:xfrm>
          <a:prstGeom prst="line">
            <a:avLst/>
          </a:prstGeom>
          <a:noFill/>
          <a:ln w="1905">
            <a:solidFill>
              <a:srgbClr val="00F5FF">
                <a:alpha val="15000"/>
              </a:srgbClr>
            </a:solidFill>
            <a:prstDash val="solid"/>
          </a:ln>
        </p:spPr>
      </p:sp>
      <p:sp>
        <p:nvSpPr>
          <p:cNvPr id="16" name="Shape 14"/>
          <p:cNvSpPr/>
          <p:nvPr/>
        </p:nvSpPr>
        <p:spPr>
          <a:xfrm>
            <a:off x="0" y="3657600"/>
            <a:ext cx="9144000" cy="0"/>
          </a:xfrm>
          <a:prstGeom prst="line">
            <a:avLst/>
          </a:prstGeom>
          <a:noFill/>
          <a:ln w="1905">
            <a:solidFill>
              <a:srgbClr val="00F5FF">
                <a:alpha val="15000"/>
              </a:srgbClr>
            </a:solidFill>
            <a:prstDash val="solid"/>
          </a:ln>
        </p:spPr>
      </p:sp>
      <p:sp>
        <p:nvSpPr>
          <p:cNvPr id="17" name="Shape 15"/>
          <p:cNvSpPr/>
          <p:nvPr/>
        </p:nvSpPr>
        <p:spPr>
          <a:xfrm>
            <a:off x="0" y="4572000"/>
            <a:ext cx="9144000" cy="0"/>
          </a:xfrm>
          <a:prstGeom prst="line">
            <a:avLst/>
          </a:prstGeom>
          <a:noFill/>
          <a:ln w="1905">
            <a:solidFill>
              <a:srgbClr val="00F5FF">
                <a:alpha val="15000"/>
              </a:srgbClr>
            </a:solidFill>
            <a:prstDash val="solid"/>
          </a:ln>
        </p:spPr>
      </p:sp>
      <p:sp>
        <p:nvSpPr>
          <p:cNvPr id="18" name="Shape 16"/>
          <p:cNvSpPr/>
          <p:nvPr/>
        </p:nvSpPr>
        <p:spPr>
          <a:xfrm>
            <a:off x="0" y="0"/>
            <a:ext cx="9144000" cy="73152"/>
          </a:xfrm>
          <a:prstGeom prst="rect">
            <a:avLst/>
          </a:prstGeom>
          <a:solidFill>
            <a:srgbClr val="00F5FF"/>
          </a:solidFill>
          <a:ln w="12700">
            <a:solidFill>
              <a:srgbClr val="00F5FF"/>
            </a:solidFill>
            <a:prstDash val="solid"/>
          </a:ln>
        </p:spPr>
      </p:sp>
      <p:sp>
        <p:nvSpPr>
          <p:cNvPr id="19" name="Shape 17"/>
          <p:cNvSpPr/>
          <p:nvPr/>
        </p:nvSpPr>
        <p:spPr>
          <a:xfrm>
            <a:off x="0" y="5070348"/>
            <a:ext cx="9144000" cy="73152"/>
          </a:xfrm>
          <a:prstGeom prst="rect">
            <a:avLst/>
          </a:prstGeom>
          <a:solidFill>
            <a:srgbClr val="00F5FF"/>
          </a:solidFill>
          <a:ln w="12700">
            <a:solidFill>
              <a:srgbClr val="00F5FF"/>
            </a:solidFill>
            <a:prstDash val="solid"/>
          </a:ln>
        </p:spPr>
      </p:sp>
      <p:sp>
        <p:nvSpPr>
          <p:cNvPr id="20" name="Shape 18"/>
          <p:cNvSpPr/>
          <p:nvPr/>
        </p:nvSpPr>
        <p:spPr>
          <a:xfrm>
            <a:off x="320040" y="164592"/>
            <a:ext cx="45720" cy="384048"/>
          </a:xfrm>
          <a:prstGeom prst="rect">
            <a:avLst/>
          </a:prstGeom>
          <a:solidFill>
            <a:srgbClr val="00F5FF"/>
          </a:solidFill>
          <a:ln w="12700">
            <a:solidFill>
              <a:srgbClr val="00F5FF"/>
            </a:solidFill>
            <a:prstDash val="solid"/>
          </a:ln>
        </p:spPr>
      </p:sp>
      <p:sp>
        <p:nvSpPr>
          <p:cNvPr id="21" name="Text 19"/>
          <p:cNvSpPr/>
          <p:nvPr/>
        </p:nvSpPr>
        <p:spPr>
          <a:xfrm>
            <a:off x="457200" y="155448"/>
            <a:ext cx="5486400" cy="411480"/>
          </a:xfrm>
          <a:prstGeom prst="rect">
            <a:avLst/>
          </a:prstGeom>
          <a:noFill/>
          <a:ln/>
        </p:spPr>
        <p:txBody>
          <a:bodyPr wrap="square" rtlCol="0" anchor="ctr"/>
          <a:lstStyle/>
          <a:p>
            <a:pPr indent="0" marL="0">
              <a:buNone/>
            </a:pPr>
            <a:r>
              <a:rPr lang="en-US" sz="1100" b="1" spc="300" kern="0" dirty="0">
                <a:solidFill>
                  <a:srgbClr val="00F5FF"/>
                </a:solidFill>
                <a:latin typeface="Courier New" pitchFamily="34" charset="0"/>
                <a:ea typeface="Courier New" pitchFamily="34" charset="-122"/>
                <a:cs typeface="Courier New" pitchFamily="34" charset="-120"/>
              </a:rPr>
              <a:t>05  //  PREVENTION</a:t>
            </a:r>
            <a:endParaRPr lang="en-US" sz="1100" dirty="0"/>
          </a:p>
        </p:txBody>
      </p:sp>
      <p:sp>
        <p:nvSpPr>
          <p:cNvPr id="22" name="Text 20"/>
          <p:cNvSpPr/>
          <p:nvPr/>
        </p:nvSpPr>
        <p:spPr>
          <a:xfrm>
            <a:off x="8046720" y="4828032"/>
            <a:ext cx="914400" cy="228600"/>
          </a:xfrm>
          <a:prstGeom prst="rect">
            <a:avLst/>
          </a:prstGeom>
          <a:noFill/>
          <a:ln/>
        </p:spPr>
        <p:txBody>
          <a:bodyPr wrap="square" rtlCol="0" anchor="ctr"/>
          <a:lstStyle/>
          <a:p>
            <a:pPr algn="r" indent="0" marL="0">
              <a:buNone/>
            </a:pPr>
            <a:r>
              <a:rPr lang="en-US" sz="900" dirty="0">
                <a:solidFill>
                  <a:srgbClr val="8B949E"/>
                </a:solidFill>
                <a:latin typeface="Courier New" pitchFamily="34" charset="0"/>
                <a:ea typeface="Courier New" pitchFamily="34" charset="-122"/>
                <a:cs typeface="Courier New" pitchFamily="34" charset="-120"/>
              </a:rPr>
              <a:t>07 / 12</a:t>
            </a:r>
            <a:endParaRPr lang="en-US" sz="900" dirty="0"/>
          </a:p>
        </p:txBody>
      </p:sp>
      <p:sp>
        <p:nvSpPr>
          <p:cNvPr id="23" name="Text 21"/>
          <p:cNvSpPr/>
          <p:nvPr/>
        </p:nvSpPr>
        <p:spPr>
          <a:xfrm>
            <a:off x="320040" y="502920"/>
            <a:ext cx="8229600" cy="548640"/>
          </a:xfrm>
          <a:prstGeom prst="rect">
            <a:avLst/>
          </a:prstGeom>
          <a:noFill/>
          <a:ln/>
        </p:spPr>
        <p:txBody>
          <a:bodyPr wrap="square" rtlCol="0" anchor="ctr"/>
          <a:lstStyle/>
          <a:p>
            <a:pPr indent="0" marL="0">
              <a:buNone/>
            </a:pPr>
            <a:r>
              <a:rPr lang="en-US" sz="3000" b="1" dirty="0">
                <a:solidFill>
                  <a:srgbClr val="FFFFFF"/>
                </a:solidFill>
                <a:latin typeface="Arial Black" pitchFamily="34" charset="0"/>
                <a:ea typeface="Arial Black" pitchFamily="34" charset="-122"/>
                <a:cs typeface="Arial Black" pitchFamily="34" charset="-120"/>
              </a:rPr>
              <a:t>How to Stay Safe Online</a:t>
            </a:r>
            <a:endParaRPr lang="en-US" sz="3000" dirty="0"/>
          </a:p>
        </p:txBody>
      </p:sp>
      <p:sp>
        <p:nvSpPr>
          <p:cNvPr id="24" name="Shape 22"/>
          <p:cNvSpPr/>
          <p:nvPr/>
        </p:nvSpPr>
        <p:spPr>
          <a:xfrm>
            <a:off x="320040" y="1115568"/>
            <a:ext cx="4160520" cy="347472"/>
          </a:xfrm>
          <a:prstGeom prst="rect">
            <a:avLst/>
          </a:prstGeom>
          <a:solidFill>
            <a:srgbClr val="00F5FF"/>
          </a:solidFill>
          <a:ln w="12700">
            <a:solidFill>
              <a:srgbClr val="00F5FF"/>
            </a:solidFill>
            <a:prstDash val="solid"/>
          </a:ln>
        </p:spPr>
      </p:sp>
      <p:sp>
        <p:nvSpPr>
          <p:cNvPr id="25" name="Text 23"/>
          <p:cNvSpPr/>
          <p:nvPr/>
        </p:nvSpPr>
        <p:spPr>
          <a:xfrm>
            <a:off x="320040" y="1115568"/>
            <a:ext cx="4160520" cy="347472"/>
          </a:xfrm>
          <a:prstGeom prst="rect">
            <a:avLst/>
          </a:prstGeom>
          <a:noFill/>
          <a:ln/>
        </p:spPr>
        <p:txBody>
          <a:bodyPr wrap="square" rtlCol="0" anchor="ctr"/>
          <a:lstStyle/>
          <a:p>
            <a:pPr algn="ctr" indent="0" marL="0">
              <a:buNone/>
            </a:pPr>
            <a:r>
              <a:rPr lang="en-US" sz="1000" b="1" dirty="0">
                <a:solidFill>
                  <a:srgbClr val="0A0A0F"/>
                </a:solidFill>
                <a:latin typeface="Courier New" pitchFamily="34" charset="0"/>
                <a:ea typeface="Courier New" pitchFamily="34" charset="-122"/>
                <a:cs typeface="Courier New" pitchFamily="34" charset="-120"/>
              </a:rPr>
              <a:t>FOR INDIVIDUALS</a:t>
            </a:r>
            <a:endParaRPr lang="en-US" sz="1000" dirty="0"/>
          </a:p>
        </p:txBody>
      </p:sp>
      <p:sp>
        <p:nvSpPr>
          <p:cNvPr id="26" name="Shape 24"/>
          <p:cNvSpPr/>
          <p:nvPr/>
        </p:nvSpPr>
        <p:spPr>
          <a:xfrm>
            <a:off x="320040" y="1508760"/>
            <a:ext cx="4160520" cy="457200"/>
          </a:xfrm>
          <a:prstGeom prst="rect">
            <a:avLst/>
          </a:prstGeom>
          <a:solidFill>
            <a:srgbClr val="21262D"/>
          </a:solidFill>
          <a:ln w="12700">
            <a:solidFill>
              <a:srgbClr val="334455"/>
            </a:solidFill>
            <a:prstDash val="solid"/>
          </a:ln>
        </p:spPr>
      </p:sp>
      <p:sp>
        <p:nvSpPr>
          <p:cNvPr id="27" name="Text 25"/>
          <p:cNvSpPr/>
          <p:nvPr/>
        </p:nvSpPr>
        <p:spPr>
          <a:xfrm>
            <a:off x="438912" y="1508760"/>
            <a:ext cx="3931920" cy="457200"/>
          </a:xfrm>
          <a:prstGeom prst="rect">
            <a:avLst/>
          </a:prstGeom>
          <a:noFill/>
          <a:ln/>
        </p:spPr>
        <p:txBody>
          <a:bodyPr wrap="square" rtlCol="0" anchor="ctr"/>
          <a:lstStyle/>
          <a:p>
            <a:pPr indent="0" marL="0">
              <a:buNone/>
            </a:pPr>
            <a:r>
              <a:rPr lang="en-US" sz="1000" dirty="0">
                <a:solidFill>
                  <a:srgbClr val="C9D1D9"/>
                </a:solidFill>
                <a:latin typeface="Arial" pitchFamily="34" charset="0"/>
                <a:ea typeface="Arial" pitchFamily="34" charset="-122"/>
                <a:cs typeface="Arial" pitchFamily="34" charset="-120"/>
              </a:rPr>
              <a:t>🔑  Use strong, unique passwords (12+ chars)</a:t>
            </a:r>
            <a:endParaRPr lang="en-US" sz="1000" dirty="0"/>
          </a:p>
        </p:txBody>
      </p:sp>
      <p:sp>
        <p:nvSpPr>
          <p:cNvPr id="28" name="Shape 26"/>
          <p:cNvSpPr/>
          <p:nvPr/>
        </p:nvSpPr>
        <p:spPr>
          <a:xfrm>
            <a:off x="320040" y="2029968"/>
            <a:ext cx="4160520" cy="457200"/>
          </a:xfrm>
          <a:prstGeom prst="rect">
            <a:avLst/>
          </a:prstGeom>
          <a:solidFill>
            <a:srgbClr val="30363D"/>
          </a:solidFill>
          <a:ln w="12700">
            <a:solidFill>
              <a:srgbClr val="334455"/>
            </a:solidFill>
            <a:prstDash val="solid"/>
          </a:ln>
        </p:spPr>
      </p:sp>
      <p:sp>
        <p:nvSpPr>
          <p:cNvPr id="29" name="Text 27"/>
          <p:cNvSpPr/>
          <p:nvPr/>
        </p:nvSpPr>
        <p:spPr>
          <a:xfrm>
            <a:off x="438912" y="2029968"/>
            <a:ext cx="3931920" cy="457200"/>
          </a:xfrm>
          <a:prstGeom prst="rect">
            <a:avLst/>
          </a:prstGeom>
          <a:noFill/>
          <a:ln/>
        </p:spPr>
        <p:txBody>
          <a:bodyPr wrap="square" rtlCol="0" anchor="ctr"/>
          <a:lstStyle/>
          <a:p>
            <a:pPr indent="0" marL="0">
              <a:buNone/>
            </a:pPr>
            <a:r>
              <a:rPr lang="en-US" sz="1000" dirty="0">
                <a:solidFill>
                  <a:srgbClr val="C9D1D9"/>
                </a:solidFill>
                <a:latin typeface="Arial" pitchFamily="34" charset="0"/>
                <a:ea typeface="Arial" pitchFamily="34" charset="-122"/>
                <a:cs typeface="Arial" pitchFamily="34" charset="-120"/>
              </a:rPr>
              <a:t>📱  Enable Two-Factor Authentication (2FA)</a:t>
            </a:r>
            <a:endParaRPr lang="en-US" sz="1000" dirty="0"/>
          </a:p>
        </p:txBody>
      </p:sp>
      <p:sp>
        <p:nvSpPr>
          <p:cNvPr id="30" name="Shape 28"/>
          <p:cNvSpPr/>
          <p:nvPr/>
        </p:nvSpPr>
        <p:spPr>
          <a:xfrm>
            <a:off x="320040" y="2551176"/>
            <a:ext cx="4160520" cy="457200"/>
          </a:xfrm>
          <a:prstGeom prst="rect">
            <a:avLst/>
          </a:prstGeom>
          <a:solidFill>
            <a:srgbClr val="21262D"/>
          </a:solidFill>
          <a:ln w="12700">
            <a:solidFill>
              <a:srgbClr val="334455"/>
            </a:solidFill>
            <a:prstDash val="solid"/>
          </a:ln>
        </p:spPr>
      </p:sp>
      <p:sp>
        <p:nvSpPr>
          <p:cNvPr id="31" name="Text 29"/>
          <p:cNvSpPr/>
          <p:nvPr/>
        </p:nvSpPr>
        <p:spPr>
          <a:xfrm>
            <a:off x="438912" y="2551176"/>
            <a:ext cx="3931920" cy="457200"/>
          </a:xfrm>
          <a:prstGeom prst="rect">
            <a:avLst/>
          </a:prstGeom>
          <a:noFill/>
          <a:ln/>
        </p:spPr>
        <p:txBody>
          <a:bodyPr wrap="square" rtlCol="0" anchor="ctr"/>
          <a:lstStyle/>
          <a:p>
            <a:pPr indent="0" marL="0">
              <a:buNone/>
            </a:pPr>
            <a:r>
              <a:rPr lang="en-US" sz="1000" dirty="0">
                <a:solidFill>
                  <a:srgbClr val="C9D1D9"/>
                </a:solidFill>
                <a:latin typeface="Arial" pitchFamily="34" charset="0"/>
                <a:ea typeface="Arial" pitchFamily="34" charset="-122"/>
                <a:cs typeface="Arial" pitchFamily="34" charset="-120"/>
              </a:rPr>
              <a:t>🚫  Never click suspicious links or attachments</a:t>
            </a:r>
            <a:endParaRPr lang="en-US" sz="1000" dirty="0"/>
          </a:p>
        </p:txBody>
      </p:sp>
      <p:sp>
        <p:nvSpPr>
          <p:cNvPr id="32" name="Shape 30"/>
          <p:cNvSpPr/>
          <p:nvPr/>
        </p:nvSpPr>
        <p:spPr>
          <a:xfrm>
            <a:off x="320040" y="3072384"/>
            <a:ext cx="4160520" cy="457200"/>
          </a:xfrm>
          <a:prstGeom prst="rect">
            <a:avLst/>
          </a:prstGeom>
          <a:solidFill>
            <a:srgbClr val="30363D"/>
          </a:solidFill>
          <a:ln w="12700">
            <a:solidFill>
              <a:srgbClr val="334455"/>
            </a:solidFill>
            <a:prstDash val="solid"/>
          </a:ln>
        </p:spPr>
      </p:sp>
      <p:sp>
        <p:nvSpPr>
          <p:cNvPr id="33" name="Text 31"/>
          <p:cNvSpPr/>
          <p:nvPr/>
        </p:nvSpPr>
        <p:spPr>
          <a:xfrm>
            <a:off x="438912" y="3072384"/>
            <a:ext cx="3931920" cy="457200"/>
          </a:xfrm>
          <a:prstGeom prst="rect">
            <a:avLst/>
          </a:prstGeom>
          <a:noFill/>
          <a:ln/>
        </p:spPr>
        <p:txBody>
          <a:bodyPr wrap="square" rtlCol="0" anchor="ctr"/>
          <a:lstStyle/>
          <a:p>
            <a:pPr indent="0" marL="0">
              <a:buNone/>
            </a:pPr>
            <a:r>
              <a:rPr lang="en-US" sz="1000" dirty="0">
                <a:solidFill>
                  <a:srgbClr val="C9D1D9"/>
                </a:solidFill>
                <a:latin typeface="Arial" pitchFamily="34" charset="0"/>
                <a:ea typeface="Arial" pitchFamily="34" charset="-122"/>
                <a:cs typeface="Arial" pitchFamily="34" charset="-120"/>
              </a:rPr>
              <a:t>🔄  Keep your software and antivirus updated</a:t>
            </a:r>
            <a:endParaRPr lang="en-US" sz="1000" dirty="0"/>
          </a:p>
        </p:txBody>
      </p:sp>
      <p:sp>
        <p:nvSpPr>
          <p:cNvPr id="34" name="Shape 32"/>
          <p:cNvSpPr/>
          <p:nvPr/>
        </p:nvSpPr>
        <p:spPr>
          <a:xfrm>
            <a:off x="320040" y="3593592"/>
            <a:ext cx="4160520" cy="457200"/>
          </a:xfrm>
          <a:prstGeom prst="rect">
            <a:avLst/>
          </a:prstGeom>
          <a:solidFill>
            <a:srgbClr val="21262D"/>
          </a:solidFill>
          <a:ln w="12700">
            <a:solidFill>
              <a:srgbClr val="334455"/>
            </a:solidFill>
            <a:prstDash val="solid"/>
          </a:ln>
        </p:spPr>
      </p:sp>
      <p:sp>
        <p:nvSpPr>
          <p:cNvPr id="35" name="Text 33"/>
          <p:cNvSpPr/>
          <p:nvPr/>
        </p:nvSpPr>
        <p:spPr>
          <a:xfrm>
            <a:off x="438912" y="3593592"/>
            <a:ext cx="3931920" cy="457200"/>
          </a:xfrm>
          <a:prstGeom prst="rect">
            <a:avLst/>
          </a:prstGeom>
          <a:noFill/>
          <a:ln/>
        </p:spPr>
        <p:txBody>
          <a:bodyPr wrap="square" rtlCol="0" anchor="ctr"/>
          <a:lstStyle/>
          <a:p>
            <a:pPr indent="0" marL="0">
              <a:buNone/>
            </a:pPr>
            <a:r>
              <a:rPr lang="en-US" sz="1000" dirty="0">
                <a:solidFill>
                  <a:srgbClr val="C9D1D9"/>
                </a:solidFill>
                <a:latin typeface="Arial" pitchFamily="34" charset="0"/>
                <a:ea typeface="Arial" pitchFamily="34" charset="-122"/>
                <a:cs typeface="Arial" pitchFamily="34" charset="-120"/>
              </a:rPr>
              <a:t>📶  Avoid public Wi-Fi for banking or login</a:t>
            </a:r>
            <a:endParaRPr lang="en-US" sz="1000" dirty="0"/>
          </a:p>
        </p:txBody>
      </p:sp>
      <p:sp>
        <p:nvSpPr>
          <p:cNvPr id="36" name="Shape 34"/>
          <p:cNvSpPr/>
          <p:nvPr/>
        </p:nvSpPr>
        <p:spPr>
          <a:xfrm>
            <a:off x="320040" y="4114800"/>
            <a:ext cx="4160520" cy="457200"/>
          </a:xfrm>
          <a:prstGeom prst="rect">
            <a:avLst/>
          </a:prstGeom>
          <a:solidFill>
            <a:srgbClr val="30363D"/>
          </a:solidFill>
          <a:ln w="12700">
            <a:solidFill>
              <a:srgbClr val="334455"/>
            </a:solidFill>
            <a:prstDash val="solid"/>
          </a:ln>
        </p:spPr>
      </p:sp>
      <p:sp>
        <p:nvSpPr>
          <p:cNvPr id="37" name="Text 35"/>
          <p:cNvSpPr/>
          <p:nvPr/>
        </p:nvSpPr>
        <p:spPr>
          <a:xfrm>
            <a:off x="438912" y="4114800"/>
            <a:ext cx="3931920" cy="457200"/>
          </a:xfrm>
          <a:prstGeom prst="rect">
            <a:avLst/>
          </a:prstGeom>
          <a:noFill/>
          <a:ln/>
        </p:spPr>
        <p:txBody>
          <a:bodyPr wrap="square" rtlCol="0" anchor="ctr"/>
          <a:lstStyle/>
          <a:p>
            <a:pPr indent="0" marL="0">
              <a:buNone/>
            </a:pPr>
            <a:r>
              <a:rPr lang="en-US" sz="1000" dirty="0">
                <a:solidFill>
                  <a:srgbClr val="C9D1D9"/>
                </a:solidFill>
                <a:latin typeface="Arial" pitchFamily="34" charset="0"/>
                <a:ea typeface="Arial" pitchFamily="34" charset="-122"/>
                <a:cs typeface="Arial" pitchFamily="34" charset="-120"/>
              </a:rPr>
              <a:t>💾  Back up your data regularly</a:t>
            </a:r>
            <a:endParaRPr lang="en-US" sz="1000" dirty="0"/>
          </a:p>
        </p:txBody>
      </p:sp>
      <p:sp>
        <p:nvSpPr>
          <p:cNvPr id="38" name="Shape 36"/>
          <p:cNvSpPr/>
          <p:nvPr/>
        </p:nvSpPr>
        <p:spPr>
          <a:xfrm>
            <a:off x="4663440" y="1115568"/>
            <a:ext cx="4160520" cy="347472"/>
          </a:xfrm>
          <a:prstGeom prst="rect">
            <a:avLst/>
          </a:prstGeom>
          <a:solidFill>
            <a:srgbClr val="39FF14"/>
          </a:solidFill>
          <a:ln w="12700">
            <a:solidFill>
              <a:srgbClr val="39FF14"/>
            </a:solidFill>
            <a:prstDash val="solid"/>
          </a:ln>
        </p:spPr>
      </p:sp>
      <p:sp>
        <p:nvSpPr>
          <p:cNvPr id="39" name="Text 37"/>
          <p:cNvSpPr/>
          <p:nvPr/>
        </p:nvSpPr>
        <p:spPr>
          <a:xfrm>
            <a:off x="4663440" y="1115568"/>
            <a:ext cx="4160520" cy="347472"/>
          </a:xfrm>
          <a:prstGeom prst="rect">
            <a:avLst/>
          </a:prstGeom>
          <a:noFill/>
          <a:ln/>
        </p:spPr>
        <p:txBody>
          <a:bodyPr wrap="square" rtlCol="0" anchor="ctr"/>
          <a:lstStyle/>
          <a:p>
            <a:pPr algn="ctr" indent="0" marL="0">
              <a:buNone/>
            </a:pPr>
            <a:r>
              <a:rPr lang="en-US" sz="1000" b="1" dirty="0">
                <a:solidFill>
                  <a:srgbClr val="0A0A0F"/>
                </a:solidFill>
                <a:latin typeface="Courier New" pitchFamily="34" charset="0"/>
                <a:ea typeface="Courier New" pitchFamily="34" charset="-122"/>
                <a:cs typeface="Courier New" pitchFamily="34" charset="-120"/>
              </a:rPr>
              <a:t>GOVERNMENT &amp; LEGAL</a:t>
            </a:r>
            <a:endParaRPr lang="en-US" sz="1000" dirty="0"/>
          </a:p>
        </p:txBody>
      </p:sp>
      <p:sp>
        <p:nvSpPr>
          <p:cNvPr id="40" name="Shape 38"/>
          <p:cNvSpPr/>
          <p:nvPr/>
        </p:nvSpPr>
        <p:spPr>
          <a:xfrm>
            <a:off x="4663440" y="1508760"/>
            <a:ext cx="4160520" cy="777240"/>
          </a:xfrm>
          <a:prstGeom prst="rect">
            <a:avLst/>
          </a:prstGeom>
          <a:solidFill>
            <a:srgbClr val="21262D"/>
          </a:solidFill>
          <a:ln w="12700">
            <a:solidFill>
              <a:srgbClr val="39FF14"/>
            </a:solidFill>
            <a:prstDash val="solid"/>
          </a:ln>
        </p:spPr>
      </p:sp>
      <p:sp>
        <p:nvSpPr>
          <p:cNvPr id="41" name="Text 39"/>
          <p:cNvSpPr/>
          <p:nvPr/>
        </p:nvSpPr>
        <p:spPr>
          <a:xfrm>
            <a:off x="4663440" y="1508760"/>
            <a:ext cx="594360" cy="777240"/>
          </a:xfrm>
          <a:prstGeom prst="rect">
            <a:avLst/>
          </a:prstGeom>
          <a:noFill/>
          <a:ln/>
        </p:spPr>
        <p:txBody>
          <a:bodyPr wrap="square" rtlCol="0" anchor="ctr"/>
          <a:lstStyle/>
          <a:p>
            <a:pPr algn="ctr" indent="0" marL="0">
              <a:buNone/>
            </a:pPr>
            <a:r>
              <a:rPr lang="en-US" sz="2000" dirty="0">
                <a:solidFill>
                  <a:srgbClr val="000000"/>
                </a:solidFill>
              </a:rPr>
              <a:t>⚖️</a:t>
            </a:r>
            <a:endParaRPr lang="en-US" sz="2000" dirty="0"/>
          </a:p>
        </p:txBody>
      </p:sp>
      <p:sp>
        <p:nvSpPr>
          <p:cNvPr id="42" name="Text 40"/>
          <p:cNvSpPr/>
          <p:nvPr/>
        </p:nvSpPr>
        <p:spPr>
          <a:xfrm>
            <a:off x="5257800" y="1536192"/>
            <a:ext cx="3429000" cy="274320"/>
          </a:xfrm>
          <a:prstGeom prst="rect">
            <a:avLst/>
          </a:prstGeom>
          <a:noFill/>
          <a:ln/>
        </p:spPr>
        <p:txBody>
          <a:bodyPr wrap="square" rtlCol="0" anchor="ctr"/>
          <a:lstStyle/>
          <a:p>
            <a:pPr indent="0" marL="0">
              <a:buNone/>
            </a:pPr>
            <a:r>
              <a:rPr lang="en-US" sz="1100" b="1" dirty="0">
                <a:solidFill>
                  <a:srgbClr val="39FF14"/>
                </a:solidFill>
                <a:latin typeface="Arial" pitchFamily="34" charset="0"/>
                <a:ea typeface="Arial" pitchFamily="34" charset="-122"/>
                <a:cs typeface="Arial" pitchFamily="34" charset="-120"/>
              </a:rPr>
              <a:t>IT Act 2000</a:t>
            </a:r>
            <a:endParaRPr lang="en-US" sz="1100" dirty="0"/>
          </a:p>
        </p:txBody>
      </p:sp>
      <p:sp>
        <p:nvSpPr>
          <p:cNvPr id="43" name="Text 41"/>
          <p:cNvSpPr/>
          <p:nvPr/>
        </p:nvSpPr>
        <p:spPr>
          <a:xfrm>
            <a:off x="5257800" y="1810512"/>
            <a:ext cx="3429000" cy="411480"/>
          </a:xfrm>
          <a:prstGeom prst="rect">
            <a:avLst/>
          </a:prstGeom>
          <a:noFill/>
          <a:ln/>
        </p:spPr>
        <p:txBody>
          <a:bodyPr wrap="square" rtlCol="0" anchor="ctr"/>
          <a:lstStyle/>
          <a:p>
            <a:pPr indent="0" marL="0">
              <a:buNone/>
            </a:pPr>
            <a:r>
              <a:rPr lang="en-US" sz="950" dirty="0">
                <a:solidFill>
                  <a:srgbClr val="C9D1D9"/>
                </a:solidFill>
                <a:latin typeface="Arial" pitchFamily="34" charset="0"/>
                <a:ea typeface="Arial" pitchFamily="34" charset="-122"/>
                <a:cs typeface="Arial" pitchFamily="34" charset="-120"/>
              </a:rPr>
              <a:t>Primary Indian law against cybercrime — Sections 66–74</a:t>
            </a:r>
            <a:endParaRPr lang="en-US" sz="950" dirty="0"/>
          </a:p>
        </p:txBody>
      </p:sp>
      <p:sp>
        <p:nvSpPr>
          <p:cNvPr id="44" name="Shape 42"/>
          <p:cNvSpPr/>
          <p:nvPr/>
        </p:nvSpPr>
        <p:spPr>
          <a:xfrm>
            <a:off x="4663440" y="2377440"/>
            <a:ext cx="4160520" cy="777240"/>
          </a:xfrm>
          <a:prstGeom prst="rect">
            <a:avLst/>
          </a:prstGeom>
          <a:solidFill>
            <a:srgbClr val="21262D"/>
          </a:solidFill>
          <a:ln w="12700">
            <a:solidFill>
              <a:srgbClr val="39FF14"/>
            </a:solidFill>
            <a:prstDash val="solid"/>
          </a:ln>
        </p:spPr>
      </p:sp>
      <p:sp>
        <p:nvSpPr>
          <p:cNvPr id="45" name="Text 43"/>
          <p:cNvSpPr/>
          <p:nvPr/>
        </p:nvSpPr>
        <p:spPr>
          <a:xfrm>
            <a:off x="4663440" y="2377440"/>
            <a:ext cx="594360" cy="777240"/>
          </a:xfrm>
          <a:prstGeom prst="rect">
            <a:avLst/>
          </a:prstGeom>
          <a:noFill/>
          <a:ln/>
        </p:spPr>
        <p:txBody>
          <a:bodyPr wrap="square" rtlCol="0" anchor="ctr"/>
          <a:lstStyle/>
          <a:p>
            <a:pPr algn="ctr" indent="0" marL="0">
              <a:buNone/>
            </a:pPr>
            <a:r>
              <a:rPr lang="en-US" sz="2000" dirty="0">
                <a:solidFill>
                  <a:srgbClr val="000000"/>
                </a:solidFill>
              </a:rPr>
              <a:t>🛡️</a:t>
            </a:r>
            <a:endParaRPr lang="en-US" sz="2000" dirty="0"/>
          </a:p>
        </p:txBody>
      </p:sp>
      <p:sp>
        <p:nvSpPr>
          <p:cNvPr id="46" name="Text 44"/>
          <p:cNvSpPr/>
          <p:nvPr/>
        </p:nvSpPr>
        <p:spPr>
          <a:xfrm>
            <a:off x="5257800" y="2404872"/>
            <a:ext cx="3429000" cy="274320"/>
          </a:xfrm>
          <a:prstGeom prst="rect">
            <a:avLst/>
          </a:prstGeom>
          <a:noFill/>
          <a:ln/>
        </p:spPr>
        <p:txBody>
          <a:bodyPr wrap="square" rtlCol="0" anchor="ctr"/>
          <a:lstStyle/>
          <a:p>
            <a:pPr indent="0" marL="0">
              <a:buNone/>
            </a:pPr>
            <a:r>
              <a:rPr lang="en-US" sz="1100" b="1" dirty="0">
                <a:solidFill>
                  <a:srgbClr val="39FF14"/>
                </a:solidFill>
                <a:latin typeface="Arial" pitchFamily="34" charset="0"/>
                <a:ea typeface="Arial" pitchFamily="34" charset="-122"/>
                <a:cs typeface="Arial" pitchFamily="34" charset="-120"/>
              </a:rPr>
              <a:t>CERT-In</a:t>
            </a:r>
            <a:endParaRPr lang="en-US" sz="1100" dirty="0"/>
          </a:p>
        </p:txBody>
      </p:sp>
      <p:sp>
        <p:nvSpPr>
          <p:cNvPr id="47" name="Text 45"/>
          <p:cNvSpPr/>
          <p:nvPr/>
        </p:nvSpPr>
        <p:spPr>
          <a:xfrm>
            <a:off x="5257800" y="2679192"/>
            <a:ext cx="3429000" cy="411480"/>
          </a:xfrm>
          <a:prstGeom prst="rect">
            <a:avLst/>
          </a:prstGeom>
          <a:noFill/>
          <a:ln/>
        </p:spPr>
        <p:txBody>
          <a:bodyPr wrap="square" rtlCol="0" anchor="ctr"/>
          <a:lstStyle/>
          <a:p>
            <a:pPr indent="0" marL="0">
              <a:buNone/>
            </a:pPr>
            <a:r>
              <a:rPr lang="en-US" sz="950" dirty="0">
                <a:solidFill>
                  <a:srgbClr val="C9D1D9"/>
                </a:solidFill>
                <a:latin typeface="Arial" pitchFamily="34" charset="0"/>
                <a:ea typeface="Arial" pitchFamily="34" charset="-122"/>
                <a:cs typeface="Arial" pitchFamily="34" charset="-120"/>
              </a:rPr>
              <a:t>India's national cyber emergency response team</a:t>
            </a:r>
            <a:endParaRPr lang="en-US" sz="950" dirty="0"/>
          </a:p>
        </p:txBody>
      </p:sp>
      <p:sp>
        <p:nvSpPr>
          <p:cNvPr id="48" name="Shape 46"/>
          <p:cNvSpPr/>
          <p:nvPr/>
        </p:nvSpPr>
        <p:spPr>
          <a:xfrm>
            <a:off x="4663440" y="3246120"/>
            <a:ext cx="4160520" cy="777240"/>
          </a:xfrm>
          <a:prstGeom prst="rect">
            <a:avLst/>
          </a:prstGeom>
          <a:solidFill>
            <a:srgbClr val="21262D"/>
          </a:solidFill>
          <a:ln w="12700">
            <a:solidFill>
              <a:srgbClr val="39FF14"/>
            </a:solidFill>
            <a:prstDash val="solid"/>
          </a:ln>
        </p:spPr>
      </p:sp>
      <p:sp>
        <p:nvSpPr>
          <p:cNvPr id="49" name="Text 47"/>
          <p:cNvSpPr/>
          <p:nvPr/>
        </p:nvSpPr>
        <p:spPr>
          <a:xfrm>
            <a:off x="4663440" y="3246120"/>
            <a:ext cx="594360" cy="777240"/>
          </a:xfrm>
          <a:prstGeom prst="rect">
            <a:avLst/>
          </a:prstGeom>
          <a:noFill/>
          <a:ln/>
        </p:spPr>
        <p:txBody>
          <a:bodyPr wrap="square" rtlCol="0" anchor="ctr"/>
          <a:lstStyle/>
          <a:p>
            <a:pPr algn="ctr" indent="0" marL="0">
              <a:buNone/>
            </a:pPr>
            <a:r>
              <a:rPr lang="en-US" sz="2000" dirty="0">
                <a:solidFill>
                  <a:srgbClr val="000000"/>
                </a:solidFill>
              </a:rPr>
              <a:t>🌐</a:t>
            </a:r>
            <a:endParaRPr lang="en-US" sz="2000" dirty="0"/>
          </a:p>
        </p:txBody>
      </p:sp>
      <p:sp>
        <p:nvSpPr>
          <p:cNvPr id="50" name="Text 48"/>
          <p:cNvSpPr/>
          <p:nvPr/>
        </p:nvSpPr>
        <p:spPr>
          <a:xfrm>
            <a:off x="5257800" y="3273552"/>
            <a:ext cx="3429000" cy="274320"/>
          </a:xfrm>
          <a:prstGeom prst="rect">
            <a:avLst/>
          </a:prstGeom>
          <a:noFill/>
          <a:ln/>
        </p:spPr>
        <p:txBody>
          <a:bodyPr wrap="square" rtlCol="0" anchor="ctr"/>
          <a:lstStyle/>
          <a:p>
            <a:pPr indent="0" marL="0">
              <a:buNone/>
            </a:pPr>
            <a:r>
              <a:rPr lang="en-US" sz="1100" b="1" dirty="0">
                <a:solidFill>
                  <a:srgbClr val="39FF14"/>
                </a:solidFill>
                <a:latin typeface="Arial" pitchFamily="34" charset="0"/>
                <a:ea typeface="Arial" pitchFamily="34" charset="-122"/>
                <a:cs typeface="Arial" pitchFamily="34" charset="-120"/>
              </a:rPr>
              <a:t>cybercrime.gov.in</a:t>
            </a:r>
            <a:endParaRPr lang="en-US" sz="1100" dirty="0"/>
          </a:p>
        </p:txBody>
      </p:sp>
      <p:sp>
        <p:nvSpPr>
          <p:cNvPr id="51" name="Text 49"/>
          <p:cNvSpPr/>
          <p:nvPr/>
        </p:nvSpPr>
        <p:spPr>
          <a:xfrm>
            <a:off x="5257800" y="3547872"/>
            <a:ext cx="3429000" cy="411480"/>
          </a:xfrm>
          <a:prstGeom prst="rect">
            <a:avLst/>
          </a:prstGeom>
          <a:noFill/>
          <a:ln/>
        </p:spPr>
        <p:txBody>
          <a:bodyPr wrap="square" rtlCol="0" anchor="ctr"/>
          <a:lstStyle/>
          <a:p>
            <a:pPr indent="0" marL="0">
              <a:buNone/>
            </a:pPr>
            <a:r>
              <a:rPr lang="en-US" sz="950" dirty="0">
                <a:solidFill>
                  <a:srgbClr val="C9D1D9"/>
                </a:solidFill>
                <a:latin typeface="Arial" pitchFamily="34" charset="0"/>
                <a:ea typeface="Arial" pitchFamily="34" charset="-122"/>
                <a:cs typeface="Arial" pitchFamily="34" charset="-120"/>
              </a:rPr>
              <a:t>Report cyber crimes online on this portal</a:t>
            </a:r>
            <a:endParaRPr lang="en-US" sz="950" dirty="0"/>
          </a:p>
        </p:txBody>
      </p:sp>
      <p:sp>
        <p:nvSpPr>
          <p:cNvPr id="52" name="Shape 50"/>
          <p:cNvSpPr/>
          <p:nvPr/>
        </p:nvSpPr>
        <p:spPr>
          <a:xfrm>
            <a:off x="4663440" y="4114800"/>
            <a:ext cx="4160520" cy="777240"/>
          </a:xfrm>
          <a:prstGeom prst="rect">
            <a:avLst/>
          </a:prstGeom>
          <a:solidFill>
            <a:srgbClr val="21262D"/>
          </a:solidFill>
          <a:ln w="12700">
            <a:solidFill>
              <a:srgbClr val="39FF14"/>
            </a:solidFill>
            <a:prstDash val="solid"/>
          </a:ln>
        </p:spPr>
      </p:sp>
      <p:sp>
        <p:nvSpPr>
          <p:cNvPr id="53" name="Text 51"/>
          <p:cNvSpPr/>
          <p:nvPr/>
        </p:nvSpPr>
        <p:spPr>
          <a:xfrm>
            <a:off x="4663440" y="4114800"/>
            <a:ext cx="594360" cy="777240"/>
          </a:xfrm>
          <a:prstGeom prst="rect">
            <a:avLst/>
          </a:prstGeom>
          <a:noFill/>
          <a:ln/>
        </p:spPr>
        <p:txBody>
          <a:bodyPr wrap="square" rtlCol="0" anchor="ctr"/>
          <a:lstStyle/>
          <a:p>
            <a:pPr algn="ctr" indent="0" marL="0">
              <a:buNone/>
            </a:pPr>
            <a:r>
              <a:rPr lang="en-US" sz="2000" dirty="0">
                <a:solidFill>
                  <a:srgbClr val="000000"/>
                </a:solidFill>
              </a:rPr>
              <a:t>🔒</a:t>
            </a:r>
            <a:endParaRPr lang="en-US" sz="2000" dirty="0"/>
          </a:p>
        </p:txBody>
      </p:sp>
      <p:sp>
        <p:nvSpPr>
          <p:cNvPr id="54" name="Text 52"/>
          <p:cNvSpPr/>
          <p:nvPr/>
        </p:nvSpPr>
        <p:spPr>
          <a:xfrm>
            <a:off x="5257800" y="4142232"/>
            <a:ext cx="3429000" cy="274320"/>
          </a:xfrm>
          <a:prstGeom prst="rect">
            <a:avLst/>
          </a:prstGeom>
          <a:noFill/>
          <a:ln/>
        </p:spPr>
        <p:txBody>
          <a:bodyPr wrap="square" rtlCol="0" anchor="ctr"/>
          <a:lstStyle/>
          <a:p>
            <a:pPr indent="0" marL="0">
              <a:buNone/>
            </a:pPr>
            <a:r>
              <a:rPr lang="en-US" sz="1100" b="1" dirty="0">
                <a:solidFill>
                  <a:srgbClr val="39FF14"/>
                </a:solidFill>
                <a:latin typeface="Arial" pitchFamily="34" charset="0"/>
                <a:ea typeface="Arial" pitchFamily="34" charset="-122"/>
                <a:cs typeface="Arial" pitchFamily="34" charset="-120"/>
              </a:rPr>
              <a:t>2FA Everywhere</a:t>
            </a:r>
            <a:endParaRPr lang="en-US" sz="1100" dirty="0"/>
          </a:p>
        </p:txBody>
      </p:sp>
      <p:sp>
        <p:nvSpPr>
          <p:cNvPr id="55" name="Text 53"/>
          <p:cNvSpPr/>
          <p:nvPr/>
        </p:nvSpPr>
        <p:spPr>
          <a:xfrm>
            <a:off x="5257800" y="4416552"/>
            <a:ext cx="3429000" cy="411480"/>
          </a:xfrm>
          <a:prstGeom prst="rect">
            <a:avLst/>
          </a:prstGeom>
          <a:noFill/>
          <a:ln/>
        </p:spPr>
        <p:txBody>
          <a:bodyPr wrap="square" rtlCol="0" anchor="ctr"/>
          <a:lstStyle/>
          <a:p>
            <a:pPr indent="0" marL="0">
              <a:buNone/>
            </a:pPr>
            <a:r>
              <a:rPr lang="en-US" sz="950" dirty="0">
                <a:solidFill>
                  <a:srgbClr val="C9D1D9"/>
                </a:solidFill>
                <a:latin typeface="Arial" pitchFamily="34" charset="0"/>
                <a:ea typeface="Arial" pitchFamily="34" charset="-122"/>
                <a:cs typeface="Arial" pitchFamily="34" charset="-120"/>
              </a:rPr>
              <a:t>Most effective single step to secure accounts</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0A0F"/>
        </a:solidFill>
      </p:bgPr>
    </p:bg>
    <p:spTree>
      <p:nvGrpSpPr>
        <p:cNvPr id="1" name=""/>
        <p:cNvGrpSpPr/>
        <p:nvPr/>
      </p:nvGrpSpPr>
      <p:grpSpPr>
        <a:xfrm>
          <a:off x="0" y="0"/>
          <a:ext cx="0" cy="0"/>
          <a:chOff x="0" y="0"/>
          <a:chExt cx="0" cy="0"/>
        </a:xfrm>
      </p:grpSpPr>
      <p:sp>
        <p:nvSpPr>
          <p:cNvPr id="2" name="Shape 0"/>
          <p:cNvSpPr/>
          <p:nvPr/>
        </p:nvSpPr>
        <p:spPr>
          <a:xfrm>
            <a:off x="0" y="0"/>
            <a:ext cx="0" cy="5143500"/>
          </a:xfrm>
          <a:prstGeom prst="line">
            <a:avLst/>
          </a:prstGeom>
          <a:noFill/>
          <a:ln w="1905">
            <a:solidFill>
              <a:srgbClr val="00F5FF">
                <a:alpha val="15000"/>
              </a:srgbClr>
            </a:solidFill>
            <a:prstDash val="solid"/>
          </a:ln>
        </p:spPr>
      </p:sp>
      <p:sp>
        <p:nvSpPr>
          <p:cNvPr id="3" name="Shape 1"/>
          <p:cNvSpPr/>
          <p:nvPr/>
        </p:nvSpPr>
        <p:spPr>
          <a:xfrm>
            <a:off x="1005840" y="0"/>
            <a:ext cx="0" cy="5143500"/>
          </a:xfrm>
          <a:prstGeom prst="line">
            <a:avLst/>
          </a:prstGeom>
          <a:noFill/>
          <a:ln w="1905">
            <a:solidFill>
              <a:srgbClr val="00F5FF">
                <a:alpha val="15000"/>
              </a:srgbClr>
            </a:solidFill>
            <a:prstDash val="solid"/>
          </a:ln>
        </p:spPr>
      </p:sp>
      <p:sp>
        <p:nvSpPr>
          <p:cNvPr id="4" name="Shape 2"/>
          <p:cNvSpPr/>
          <p:nvPr/>
        </p:nvSpPr>
        <p:spPr>
          <a:xfrm>
            <a:off x="2011680" y="0"/>
            <a:ext cx="0" cy="5143500"/>
          </a:xfrm>
          <a:prstGeom prst="line">
            <a:avLst/>
          </a:prstGeom>
          <a:noFill/>
          <a:ln w="1905">
            <a:solidFill>
              <a:srgbClr val="00F5FF">
                <a:alpha val="15000"/>
              </a:srgbClr>
            </a:solidFill>
            <a:prstDash val="solid"/>
          </a:ln>
        </p:spPr>
      </p:sp>
      <p:sp>
        <p:nvSpPr>
          <p:cNvPr id="5" name="Shape 3"/>
          <p:cNvSpPr/>
          <p:nvPr/>
        </p:nvSpPr>
        <p:spPr>
          <a:xfrm>
            <a:off x="3017520" y="0"/>
            <a:ext cx="0" cy="5143500"/>
          </a:xfrm>
          <a:prstGeom prst="line">
            <a:avLst/>
          </a:prstGeom>
          <a:noFill/>
          <a:ln w="1905">
            <a:solidFill>
              <a:srgbClr val="00F5FF">
                <a:alpha val="15000"/>
              </a:srgbClr>
            </a:solidFill>
            <a:prstDash val="solid"/>
          </a:ln>
        </p:spPr>
      </p:sp>
      <p:sp>
        <p:nvSpPr>
          <p:cNvPr id="6" name="Shape 4"/>
          <p:cNvSpPr/>
          <p:nvPr/>
        </p:nvSpPr>
        <p:spPr>
          <a:xfrm>
            <a:off x="4023360" y="0"/>
            <a:ext cx="0" cy="5143500"/>
          </a:xfrm>
          <a:prstGeom prst="line">
            <a:avLst/>
          </a:prstGeom>
          <a:noFill/>
          <a:ln w="1905">
            <a:solidFill>
              <a:srgbClr val="00F5FF">
                <a:alpha val="15000"/>
              </a:srgbClr>
            </a:solidFill>
            <a:prstDash val="solid"/>
          </a:ln>
        </p:spPr>
      </p:sp>
      <p:sp>
        <p:nvSpPr>
          <p:cNvPr id="7" name="Shape 5"/>
          <p:cNvSpPr/>
          <p:nvPr/>
        </p:nvSpPr>
        <p:spPr>
          <a:xfrm>
            <a:off x="5029200" y="0"/>
            <a:ext cx="0" cy="5143500"/>
          </a:xfrm>
          <a:prstGeom prst="line">
            <a:avLst/>
          </a:prstGeom>
          <a:noFill/>
          <a:ln w="1905">
            <a:solidFill>
              <a:srgbClr val="00F5FF">
                <a:alpha val="15000"/>
              </a:srgbClr>
            </a:solidFill>
            <a:prstDash val="solid"/>
          </a:ln>
        </p:spPr>
      </p:sp>
      <p:sp>
        <p:nvSpPr>
          <p:cNvPr id="8" name="Shape 6"/>
          <p:cNvSpPr/>
          <p:nvPr/>
        </p:nvSpPr>
        <p:spPr>
          <a:xfrm>
            <a:off x="6035040" y="0"/>
            <a:ext cx="0" cy="5143500"/>
          </a:xfrm>
          <a:prstGeom prst="line">
            <a:avLst/>
          </a:prstGeom>
          <a:noFill/>
          <a:ln w="1905">
            <a:solidFill>
              <a:srgbClr val="00F5FF">
                <a:alpha val="15000"/>
              </a:srgbClr>
            </a:solidFill>
            <a:prstDash val="solid"/>
          </a:ln>
        </p:spPr>
      </p:sp>
      <p:sp>
        <p:nvSpPr>
          <p:cNvPr id="9" name="Shape 7"/>
          <p:cNvSpPr/>
          <p:nvPr/>
        </p:nvSpPr>
        <p:spPr>
          <a:xfrm>
            <a:off x="7040880" y="0"/>
            <a:ext cx="0" cy="5143500"/>
          </a:xfrm>
          <a:prstGeom prst="line">
            <a:avLst/>
          </a:prstGeom>
          <a:noFill/>
          <a:ln w="1905">
            <a:solidFill>
              <a:srgbClr val="00F5FF">
                <a:alpha val="15000"/>
              </a:srgbClr>
            </a:solidFill>
            <a:prstDash val="solid"/>
          </a:ln>
        </p:spPr>
      </p:sp>
      <p:sp>
        <p:nvSpPr>
          <p:cNvPr id="10" name="Shape 8"/>
          <p:cNvSpPr/>
          <p:nvPr/>
        </p:nvSpPr>
        <p:spPr>
          <a:xfrm>
            <a:off x="8046720" y="0"/>
            <a:ext cx="0" cy="5143500"/>
          </a:xfrm>
          <a:prstGeom prst="line">
            <a:avLst/>
          </a:prstGeom>
          <a:noFill/>
          <a:ln w="1905">
            <a:solidFill>
              <a:srgbClr val="00F5FF">
                <a:alpha val="15000"/>
              </a:srgbClr>
            </a:solidFill>
            <a:prstDash val="solid"/>
          </a:ln>
        </p:spPr>
      </p:sp>
      <p:sp>
        <p:nvSpPr>
          <p:cNvPr id="11" name="Shape 9"/>
          <p:cNvSpPr/>
          <p:nvPr/>
        </p:nvSpPr>
        <p:spPr>
          <a:xfrm>
            <a:off x="9052560" y="0"/>
            <a:ext cx="0" cy="5143500"/>
          </a:xfrm>
          <a:prstGeom prst="line">
            <a:avLst/>
          </a:prstGeom>
          <a:noFill/>
          <a:ln w="1905">
            <a:solidFill>
              <a:srgbClr val="00F5FF">
                <a:alpha val="15000"/>
              </a:srgbClr>
            </a:solidFill>
            <a:prstDash val="solid"/>
          </a:ln>
        </p:spPr>
      </p:sp>
      <p:sp>
        <p:nvSpPr>
          <p:cNvPr id="12" name="Shape 10"/>
          <p:cNvSpPr/>
          <p:nvPr/>
        </p:nvSpPr>
        <p:spPr>
          <a:xfrm>
            <a:off x="0" y="0"/>
            <a:ext cx="9144000" cy="0"/>
          </a:xfrm>
          <a:prstGeom prst="line">
            <a:avLst/>
          </a:prstGeom>
          <a:noFill/>
          <a:ln w="1905">
            <a:solidFill>
              <a:srgbClr val="00F5FF">
                <a:alpha val="15000"/>
              </a:srgbClr>
            </a:solidFill>
            <a:prstDash val="solid"/>
          </a:ln>
        </p:spPr>
      </p:sp>
      <p:sp>
        <p:nvSpPr>
          <p:cNvPr id="13" name="Shape 11"/>
          <p:cNvSpPr/>
          <p:nvPr/>
        </p:nvSpPr>
        <p:spPr>
          <a:xfrm>
            <a:off x="0" y="914400"/>
            <a:ext cx="9144000" cy="0"/>
          </a:xfrm>
          <a:prstGeom prst="line">
            <a:avLst/>
          </a:prstGeom>
          <a:noFill/>
          <a:ln w="1905">
            <a:solidFill>
              <a:srgbClr val="00F5FF">
                <a:alpha val="15000"/>
              </a:srgbClr>
            </a:solidFill>
            <a:prstDash val="solid"/>
          </a:ln>
        </p:spPr>
      </p:sp>
      <p:sp>
        <p:nvSpPr>
          <p:cNvPr id="14" name="Shape 12"/>
          <p:cNvSpPr/>
          <p:nvPr/>
        </p:nvSpPr>
        <p:spPr>
          <a:xfrm>
            <a:off x="0" y="1828800"/>
            <a:ext cx="9144000" cy="0"/>
          </a:xfrm>
          <a:prstGeom prst="line">
            <a:avLst/>
          </a:prstGeom>
          <a:noFill/>
          <a:ln w="1905">
            <a:solidFill>
              <a:srgbClr val="00F5FF">
                <a:alpha val="15000"/>
              </a:srgbClr>
            </a:solidFill>
            <a:prstDash val="solid"/>
          </a:ln>
        </p:spPr>
      </p:sp>
      <p:sp>
        <p:nvSpPr>
          <p:cNvPr id="15" name="Shape 13"/>
          <p:cNvSpPr/>
          <p:nvPr/>
        </p:nvSpPr>
        <p:spPr>
          <a:xfrm>
            <a:off x="0" y="2743200"/>
            <a:ext cx="9144000" cy="0"/>
          </a:xfrm>
          <a:prstGeom prst="line">
            <a:avLst/>
          </a:prstGeom>
          <a:noFill/>
          <a:ln w="1905">
            <a:solidFill>
              <a:srgbClr val="00F5FF">
                <a:alpha val="15000"/>
              </a:srgbClr>
            </a:solidFill>
            <a:prstDash val="solid"/>
          </a:ln>
        </p:spPr>
      </p:sp>
      <p:sp>
        <p:nvSpPr>
          <p:cNvPr id="16" name="Shape 14"/>
          <p:cNvSpPr/>
          <p:nvPr/>
        </p:nvSpPr>
        <p:spPr>
          <a:xfrm>
            <a:off x="0" y="3657600"/>
            <a:ext cx="9144000" cy="0"/>
          </a:xfrm>
          <a:prstGeom prst="line">
            <a:avLst/>
          </a:prstGeom>
          <a:noFill/>
          <a:ln w="1905">
            <a:solidFill>
              <a:srgbClr val="00F5FF">
                <a:alpha val="15000"/>
              </a:srgbClr>
            </a:solidFill>
            <a:prstDash val="solid"/>
          </a:ln>
        </p:spPr>
      </p:sp>
      <p:sp>
        <p:nvSpPr>
          <p:cNvPr id="17" name="Shape 15"/>
          <p:cNvSpPr/>
          <p:nvPr/>
        </p:nvSpPr>
        <p:spPr>
          <a:xfrm>
            <a:off x="0" y="4572000"/>
            <a:ext cx="9144000" cy="0"/>
          </a:xfrm>
          <a:prstGeom prst="line">
            <a:avLst/>
          </a:prstGeom>
          <a:noFill/>
          <a:ln w="1905">
            <a:solidFill>
              <a:srgbClr val="00F5FF">
                <a:alpha val="15000"/>
              </a:srgbClr>
            </a:solidFill>
            <a:prstDash val="solid"/>
          </a:ln>
        </p:spPr>
      </p:sp>
      <p:sp>
        <p:nvSpPr>
          <p:cNvPr id="18" name="Shape 16"/>
          <p:cNvSpPr/>
          <p:nvPr/>
        </p:nvSpPr>
        <p:spPr>
          <a:xfrm>
            <a:off x="0" y="0"/>
            <a:ext cx="9144000" cy="73152"/>
          </a:xfrm>
          <a:prstGeom prst="rect">
            <a:avLst/>
          </a:prstGeom>
          <a:solidFill>
            <a:srgbClr val="FF3333"/>
          </a:solidFill>
          <a:ln w="12700">
            <a:solidFill>
              <a:srgbClr val="FF3333"/>
            </a:solidFill>
            <a:prstDash val="solid"/>
          </a:ln>
        </p:spPr>
      </p:sp>
      <p:sp>
        <p:nvSpPr>
          <p:cNvPr id="19" name="Shape 17"/>
          <p:cNvSpPr/>
          <p:nvPr/>
        </p:nvSpPr>
        <p:spPr>
          <a:xfrm>
            <a:off x="0" y="5070348"/>
            <a:ext cx="9144000" cy="73152"/>
          </a:xfrm>
          <a:prstGeom prst="rect">
            <a:avLst/>
          </a:prstGeom>
          <a:solidFill>
            <a:srgbClr val="FF3333"/>
          </a:solidFill>
          <a:ln w="12700">
            <a:solidFill>
              <a:srgbClr val="FF3333"/>
            </a:solidFill>
            <a:prstDash val="solid"/>
          </a:ln>
        </p:spPr>
      </p:sp>
      <p:sp>
        <p:nvSpPr>
          <p:cNvPr id="20" name="Shape 18"/>
          <p:cNvSpPr/>
          <p:nvPr/>
        </p:nvSpPr>
        <p:spPr>
          <a:xfrm>
            <a:off x="320040" y="164592"/>
            <a:ext cx="45720" cy="384048"/>
          </a:xfrm>
          <a:prstGeom prst="rect">
            <a:avLst/>
          </a:prstGeom>
          <a:solidFill>
            <a:srgbClr val="FF3333"/>
          </a:solidFill>
          <a:ln w="12700">
            <a:solidFill>
              <a:srgbClr val="FF3333"/>
            </a:solidFill>
            <a:prstDash val="solid"/>
          </a:ln>
        </p:spPr>
      </p:sp>
      <p:sp>
        <p:nvSpPr>
          <p:cNvPr id="21" name="Text 19"/>
          <p:cNvSpPr/>
          <p:nvPr/>
        </p:nvSpPr>
        <p:spPr>
          <a:xfrm>
            <a:off x="457200" y="155448"/>
            <a:ext cx="5486400" cy="411480"/>
          </a:xfrm>
          <a:prstGeom prst="rect">
            <a:avLst/>
          </a:prstGeom>
          <a:noFill/>
          <a:ln/>
        </p:spPr>
        <p:txBody>
          <a:bodyPr wrap="square" rtlCol="0" anchor="ctr"/>
          <a:lstStyle/>
          <a:p>
            <a:pPr indent="0" marL="0">
              <a:buNone/>
            </a:pPr>
            <a:r>
              <a:rPr lang="en-US" sz="1100" b="1" spc="300" kern="0" dirty="0">
                <a:solidFill>
                  <a:srgbClr val="FF3333"/>
                </a:solidFill>
                <a:latin typeface="Courier New" pitchFamily="34" charset="0"/>
                <a:ea typeface="Courier New" pitchFamily="34" charset="-122"/>
                <a:cs typeface="Courier New" pitchFamily="34" charset="-120"/>
              </a:rPr>
              <a:t>06  //  CASE STUDY  01 / 03</a:t>
            </a:r>
            <a:endParaRPr lang="en-US" sz="1100" dirty="0"/>
          </a:p>
        </p:txBody>
      </p:sp>
      <p:sp>
        <p:nvSpPr>
          <p:cNvPr id="22" name="Text 20"/>
          <p:cNvSpPr/>
          <p:nvPr/>
        </p:nvSpPr>
        <p:spPr>
          <a:xfrm>
            <a:off x="8046720" y="4828032"/>
            <a:ext cx="914400" cy="228600"/>
          </a:xfrm>
          <a:prstGeom prst="rect">
            <a:avLst/>
          </a:prstGeom>
          <a:noFill/>
          <a:ln/>
        </p:spPr>
        <p:txBody>
          <a:bodyPr wrap="square" rtlCol="0" anchor="ctr"/>
          <a:lstStyle/>
          <a:p>
            <a:pPr algn="r" indent="0" marL="0">
              <a:buNone/>
            </a:pPr>
            <a:r>
              <a:rPr lang="en-US" sz="900" dirty="0">
                <a:solidFill>
                  <a:srgbClr val="8B949E"/>
                </a:solidFill>
                <a:latin typeface="Courier New" pitchFamily="34" charset="0"/>
                <a:ea typeface="Courier New" pitchFamily="34" charset="-122"/>
                <a:cs typeface="Courier New" pitchFamily="34" charset="-120"/>
              </a:rPr>
              <a:t>08 / 12</a:t>
            </a:r>
            <a:endParaRPr lang="en-US" sz="900" dirty="0"/>
          </a:p>
        </p:txBody>
      </p:sp>
      <p:sp>
        <p:nvSpPr>
          <p:cNvPr id="23" name="Shape 21"/>
          <p:cNvSpPr/>
          <p:nvPr/>
        </p:nvSpPr>
        <p:spPr>
          <a:xfrm>
            <a:off x="320040" y="502920"/>
            <a:ext cx="8503920" cy="685800"/>
          </a:xfrm>
          <a:prstGeom prst="rect">
            <a:avLst/>
          </a:prstGeom>
          <a:solidFill>
            <a:srgbClr val="FF3333"/>
          </a:solidFill>
          <a:ln w="12700">
            <a:solidFill>
              <a:srgbClr val="FF3333"/>
            </a:solidFill>
            <a:prstDash val="solid"/>
          </a:ln>
        </p:spPr>
      </p:sp>
      <p:sp>
        <p:nvSpPr>
          <p:cNvPr id="24" name="Text 22"/>
          <p:cNvSpPr/>
          <p:nvPr/>
        </p:nvSpPr>
        <p:spPr>
          <a:xfrm>
            <a:off x="457200" y="502920"/>
            <a:ext cx="7772400" cy="685800"/>
          </a:xfrm>
          <a:prstGeom prst="rect">
            <a:avLst/>
          </a:prstGeom>
          <a:noFill/>
          <a:ln/>
        </p:spPr>
        <p:txBody>
          <a:bodyPr wrap="square" rtlCol="0" anchor="ctr"/>
          <a:lstStyle/>
          <a:p>
            <a:pPr indent="0" marL="0">
              <a:buNone/>
            </a:pPr>
            <a:r>
              <a:rPr lang="en-US" sz="2200" b="1" dirty="0">
                <a:solidFill>
                  <a:srgbClr val="FFFFFF"/>
                </a:solidFill>
                <a:latin typeface="Arial Black" pitchFamily="34" charset="0"/>
                <a:ea typeface="Arial Black" pitchFamily="34" charset="-122"/>
                <a:cs typeface="Arial Black" pitchFamily="34" charset="-120"/>
              </a:rPr>
              <a:t>⚕️  AIIMS Delhi Ransomware Attack</a:t>
            </a:r>
            <a:endParaRPr lang="en-US" sz="2200" dirty="0"/>
          </a:p>
        </p:txBody>
      </p:sp>
      <p:sp>
        <p:nvSpPr>
          <p:cNvPr id="25" name="Text 23"/>
          <p:cNvSpPr/>
          <p:nvPr/>
        </p:nvSpPr>
        <p:spPr>
          <a:xfrm>
            <a:off x="7772400" y="502920"/>
            <a:ext cx="1005840" cy="685800"/>
          </a:xfrm>
          <a:prstGeom prst="rect">
            <a:avLst/>
          </a:prstGeom>
          <a:noFill/>
          <a:ln/>
        </p:spPr>
        <p:txBody>
          <a:bodyPr wrap="square" rtlCol="0" anchor="ctr"/>
          <a:lstStyle/>
          <a:p>
            <a:pPr algn="r" indent="0" marL="0">
              <a:buNone/>
            </a:pPr>
            <a:r>
              <a:rPr lang="en-US" sz="2200" b="1" dirty="0">
                <a:solidFill>
                  <a:srgbClr val="FF9999"/>
                </a:solidFill>
                <a:latin typeface="Arial Black" pitchFamily="34" charset="0"/>
                <a:ea typeface="Arial Black" pitchFamily="34" charset="-122"/>
                <a:cs typeface="Arial Black" pitchFamily="34" charset="-120"/>
              </a:rPr>
              <a:t>2022</a:t>
            </a:r>
            <a:endParaRPr lang="en-US" sz="2200" dirty="0"/>
          </a:p>
        </p:txBody>
      </p:sp>
      <p:sp>
        <p:nvSpPr>
          <p:cNvPr id="26" name="Shape 24"/>
          <p:cNvSpPr/>
          <p:nvPr/>
        </p:nvSpPr>
        <p:spPr>
          <a:xfrm>
            <a:off x="320040" y="1298448"/>
            <a:ext cx="2697480" cy="804672"/>
          </a:xfrm>
          <a:prstGeom prst="rect">
            <a:avLst/>
          </a:prstGeom>
          <a:solidFill>
            <a:srgbClr val="21262D"/>
          </a:solidFill>
          <a:ln w="15240">
            <a:solidFill>
              <a:srgbClr val="FF3333"/>
            </a:solidFill>
            <a:prstDash val="solid"/>
          </a:ln>
        </p:spPr>
      </p:sp>
      <p:sp>
        <p:nvSpPr>
          <p:cNvPr id="27" name="Text 25"/>
          <p:cNvSpPr/>
          <p:nvPr/>
        </p:nvSpPr>
        <p:spPr>
          <a:xfrm>
            <a:off x="411480" y="1353312"/>
            <a:ext cx="2514600" cy="228600"/>
          </a:xfrm>
          <a:prstGeom prst="rect">
            <a:avLst/>
          </a:prstGeom>
          <a:noFill/>
          <a:ln/>
        </p:spPr>
        <p:txBody>
          <a:bodyPr wrap="square" rtlCol="0" anchor="ctr"/>
          <a:lstStyle/>
          <a:p>
            <a:pPr indent="0" marL="0">
              <a:buNone/>
            </a:pPr>
            <a:r>
              <a:rPr lang="en-US" sz="850" b="1" dirty="0">
                <a:solidFill>
                  <a:srgbClr val="FF3333"/>
                </a:solidFill>
                <a:latin typeface="Courier New" pitchFamily="34" charset="0"/>
                <a:ea typeface="Courier New" pitchFamily="34" charset="-122"/>
                <a:cs typeface="Courier New" pitchFamily="34" charset="-120"/>
              </a:rPr>
              <a:t>DATE</a:t>
            </a:r>
            <a:endParaRPr lang="en-US" sz="850" dirty="0"/>
          </a:p>
        </p:txBody>
      </p:sp>
      <p:sp>
        <p:nvSpPr>
          <p:cNvPr id="28" name="Text 26"/>
          <p:cNvSpPr/>
          <p:nvPr/>
        </p:nvSpPr>
        <p:spPr>
          <a:xfrm>
            <a:off x="411480" y="1591056"/>
            <a:ext cx="2514600" cy="457200"/>
          </a:xfrm>
          <a:prstGeom prst="rect">
            <a:avLst/>
          </a:prstGeom>
          <a:noFill/>
          <a:ln/>
        </p:spPr>
        <p:txBody>
          <a:bodyPr wrap="square" rtlCol="0" anchor="ctr"/>
          <a:lstStyle/>
          <a:p>
            <a:pPr indent="0" marL="0">
              <a:buNone/>
            </a:pPr>
            <a:r>
              <a:rPr lang="en-US" sz="1050" dirty="0">
                <a:solidFill>
                  <a:srgbClr val="FFFFFF"/>
                </a:solidFill>
                <a:latin typeface="Arial" pitchFamily="34" charset="0"/>
                <a:ea typeface="Arial" pitchFamily="34" charset="-122"/>
                <a:cs typeface="Arial" pitchFamily="34" charset="-120"/>
              </a:rPr>
              <a:t>November 23, 2022</a:t>
            </a:r>
            <a:endParaRPr lang="en-US" sz="1050" dirty="0"/>
          </a:p>
        </p:txBody>
      </p:sp>
      <p:sp>
        <p:nvSpPr>
          <p:cNvPr id="29" name="Shape 27"/>
          <p:cNvSpPr/>
          <p:nvPr/>
        </p:nvSpPr>
        <p:spPr>
          <a:xfrm>
            <a:off x="3172968" y="1298448"/>
            <a:ext cx="2697480" cy="804672"/>
          </a:xfrm>
          <a:prstGeom prst="rect">
            <a:avLst/>
          </a:prstGeom>
          <a:solidFill>
            <a:srgbClr val="21262D"/>
          </a:solidFill>
          <a:ln w="15240">
            <a:solidFill>
              <a:srgbClr val="FF3333"/>
            </a:solidFill>
            <a:prstDash val="solid"/>
          </a:ln>
        </p:spPr>
      </p:sp>
      <p:sp>
        <p:nvSpPr>
          <p:cNvPr id="30" name="Text 28"/>
          <p:cNvSpPr/>
          <p:nvPr/>
        </p:nvSpPr>
        <p:spPr>
          <a:xfrm>
            <a:off x="3264408" y="1353312"/>
            <a:ext cx="2514600" cy="228600"/>
          </a:xfrm>
          <a:prstGeom prst="rect">
            <a:avLst/>
          </a:prstGeom>
          <a:noFill/>
          <a:ln/>
        </p:spPr>
        <p:txBody>
          <a:bodyPr wrap="square" rtlCol="0" anchor="ctr"/>
          <a:lstStyle/>
          <a:p>
            <a:pPr indent="0" marL="0">
              <a:buNone/>
            </a:pPr>
            <a:r>
              <a:rPr lang="en-US" sz="850" b="1" dirty="0">
                <a:solidFill>
                  <a:srgbClr val="FF3333"/>
                </a:solidFill>
                <a:latin typeface="Courier New" pitchFamily="34" charset="0"/>
                <a:ea typeface="Courier New" pitchFamily="34" charset="-122"/>
                <a:cs typeface="Courier New" pitchFamily="34" charset="-120"/>
              </a:rPr>
              <a:t>TARGET</a:t>
            </a:r>
            <a:endParaRPr lang="en-US" sz="850" dirty="0"/>
          </a:p>
        </p:txBody>
      </p:sp>
      <p:sp>
        <p:nvSpPr>
          <p:cNvPr id="31" name="Text 29"/>
          <p:cNvSpPr/>
          <p:nvPr/>
        </p:nvSpPr>
        <p:spPr>
          <a:xfrm>
            <a:off x="3264408" y="1591056"/>
            <a:ext cx="2514600" cy="457200"/>
          </a:xfrm>
          <a:prstGeom prst="rect">
            <a:avLst/>
          </a:prstGeom>
          <a:noFill/>
          <a:ln/>
        </p:spPr>
        <p:txBody>
          <a:bodyPr wrap="square" rtlCol="0" anchor="ctr"/>
          <a:lstStyle/>
          <a:p>
            <a:pPr indent="0" marL="0">
              <a:buNone/>
            </a:pPr>
            <a:r>
              <a:rPr lang="en-US" sz="1050" dirty="0">
                <a:solidFill>
                  <a:srgbClr val="FFFFFF"/>
                </a:solidFill>
                <a:latin typeface="Arial" pitchFamily="34" charset="0"/>
                <a:ea typeface="Arial" pitchFamily="34" charset="-122"/>
                <a:cs typeface="Arial" pitchFamily="34" charset="-120"/>
              </a:rPr>
              <a:t>AIIMS New Delhi (India's top govt. hospital)</a:t>
            </a:r>
            <a:endParaRPr lang="en-US" sz="1050" dirty="0"/>
          </a:p>
        </p:txBody>
      </p:sp>
      <p:sp>
        <p:nvSpPr>
          <p:cNvPr id="32" name="Shape 30"/>
          <p:cNvSpPr/>
          <p:nvPr/>
        </p:nvSpPr>
        <p:spPr>
          <a:xfrm>
            <a:off x="6025896" y="1298448"/>
            <a:ext cx="2697480" cy="804672"/>
          </a:xfrm>
          <a:prstGeom prst="rect">
            <a:avLst/>
          </a:prstGeom>
          <a:solidFill>
            <a:srgbClr val="21262D"/>
          </a:solidFill>
          <a:ln w="15240">
            <a:solidFill>
              <a:srgbClr val="FF3333"/>
            </a:solidFill>
            <a:prstDash val="solid"/>
          </a:ln>
        </p:spPr>
      </p:sp>
      <p:sp>
        <p:nvSpPr>
          <p:cNvPr id="33" name="Text 31"/>
          <p:cNvSpPr/>
          <p:nvPr/>
        </p:nvSpPr>
        <p:spPr>
          <a:xfrm>
            <a:off x="6117336" y="1353312"/>
            <a:ext cx="2514600" cy="228600"/>
          </a:xfrm>
          <a:prstGeom prst="rect">
            <a:avLst/>
          </a:prstGeom>
          <a:noFill/>
          <a:ln/>
        </p:spPr>
        <p:txBody>
          <a:bodyPr wrap="square" rtlCol="0" anchor="ctr"/>
          <a:lstStyle/>
          <a:p>
            <a:pPr indent="0" marL="0">
              <a:buNone/>
            </a:pPr>
            <a:r>
              <a:rPr lang="en-US" sz="850" b="1" dirty="0">
                <a:solidFill>
                  <a:srgbClr val="FF3333"/>
                </a:solidFill>
                <a:latin typeface="Courier New" pitchFamily="34" charset="0"/>
                <a:ea typeface="Courier New" pitchFamily="34" charset="-122"/>
                <a:cs typeface="Courier New" pitchFamily="34" charset="-120"/>
              </a:rPr>
              <a:t>ATTACK TYPE</a:t>
            </a:r>
            <a:endParaRPr lang="en-US" sz="850" dirty="0"/>
          </a:p>
        </p:txBody>
      </p:sp>
      <p:sp>
        <p:nvSpPr>
          <p:cNvPr id="34" name="Text 32"/>
          <p:cNvSpPr/>
          <p:nvPr/>
        </p:nvSpPr>
        <p:spPr>
          <a:xfrm>
            <a:off x="6117336" y="1591056"/>
            <a:ext cx="2514600" cy="457200"/>
          </a:xfrm>
          <a:prstGeom prst="rect">
            <a:avLst/>
          </a:prstGeom>
          <a:noFill/>
          <a:ln/>
        </p:spPr>
        <p:txBody>
          <a:bodyPr wrap="square" rtlCol="0" anchor="ctr"/>
          <a:lstStyle/>
          <a:p>
            <a:pPr indent="0" marL="0">
              <a:buNone/>
            </a:pPr>
            <a:r>
              <a:rPr lang="en-US" sz="1050" dirty="0">
                <a:solidFill>
                  <a:srgbClr val="FFFFFF"/>
                </a:solidFill>
                <a:latin typeface="Arial" pitchFamily="34" charset="0"/>
                <a:ea typeface="Arial" pitchFamily="34" charset="-122"/>
                <a:cs typeface="Arial" pitchFamily="34" charset="-120"/>
              </a:rPr>
              <a:t>Ransomware</a:t>
            </a:r>
            <a:endParaRPr lang="en-US" sz="1050" dirty="0"/>
          </a:p>
        </p:txBody>
      </p:sp>
      <p:sp>
        <p:nvSpPr>
          <p:cNvPr id="35" name="Shape 33"/>
          <p:cNvSpPr/>
          <p:nvPr/>
        </p:nvSpPr>
        <p:spPr>
          <a:xfrm>
            <a:off x="320040" y="2212848"/>
            <a:ext cx="2697480" cy="804672"/>
          </a:xfrm>
          <a:prstGeom prst="rect">
            <a:avLst/>
          </a:prstGeom>
          <a:solidFill>
            <a:srgbClr val="21262D"/>
          </a:solidFill>
          <a:ln w="15240">
            <a:solidFill>
              <a:srgbClr val="FF8C00"/>
            </a:solidFill>
            <a:prstDash val="solid"/>
          </a:ln>
        </p:spPr>
      </p:sp>
      <p:sp>
        <p:nvSpPr>
          <p:cNvPr id="36" name="Text 34"/>
          <p:cNvSpPr/>
          <p:nvPr/>
        </p:nvSpPr>
        <p:spPr>
          <a:xfrm>
            <a:off x="411480" y="2267712"/>
            <a:ext cx="2514600" cy="228600"/>
          </a:xfrm>
          <a:prstGeom prst="rect">
            <a:avLst/>
          </a:prstGeom>
          <a:noFill/>
          <a:ln/>
        </p:spPr>
        <p:txBody>
          <a:bodyPr wrap="square" rtlCol="0" anchor="ctr"/>
          <a:lstStyle/>
          <a:p>
            <a:pPr indent="0" marL="0">
              <a:buNone/>
            </a:pPr>
            <a:r>
              <a:rPr lang="en-US" sz="850" b="1" dirty="0">
                <a:solidFill>
                  <a:srgbClr val="FF8C00"/>
                </a:solidFill>
                <a:latin typeface="Courier New" pitchFamily="34" charset="0"/>
                <a:ea typeface="Courier New" pitchFamily="34" charset="-122"/>
                <a:cs typeface="Courier New" pitchFamily="34" charset="-120"/>
              </a:rPr>
              <a:t>RECORDS HIT</a:t>
            </a:r>
            <a:endParaRPr lang="en-US" sz="850" dirty="0"/>
          </a:p>
        </p:txBody>
      </p:sp>
      <p:sp>
        <p:nvSpPr>
          <p:cNvPr id="37" name="Text 35"/>
          <p:cNvSpPr/>
          <p:nvPr/>
        </p:nvSpPr>
        <p:spPr>
          <a:xfrm>
            <a:off x="411480" y="2505456"/>
            <a:ext cx="2514600" cy="457200"/>
          </a:xfrm>
          <a:prstGeom prst="rect">
            <a:avLst/>
          </a:prstGeom>
          <a:noFill/>
          <a:ln/>
        </p:spPr>
        <p:txBody>
          <a:bodyPr wrap="square" rtlCol="0" anchor="ctr"/>
          <a:lstStyle/>
          <a:p>
            <a:pPr indent="0" marL="0">
              <a:buNone/>
            </a:pPr>
            <a:r>
              <a:rPr lang="en-US" sz="1050" dirty="0">
                <a:solidFill>
                  <a:srgbClr val="FFFFFF"/>
                </a:solidFill>
                <a:latin typeface="Arial" pitchFamily="34" charset="0"/>
                <a:ea typeface="Arial" pitchFamily="34" charset="-122"/>
                <a:cs typeface="Arial" pitchFamily="34" charset="-120"/>
              </a:rPr>
              <a:t>~4 Crore patient records compromised</a:t>
            </a:r>
            <a:endParaRPr lang="en-US" sz="1050" dirty="0"/>
          </a:p>
        </p:txBody>
      </p:sp>
      <p:sp>
        <p:nvSpPr>
          <p:cNvPr id="38" name="Shape 36"/>
          <p:cNvSpPr/>
          <p:nvPr/>
        </p:nvSpPr>
        <p:spPr>
          <a:xfrm>
            <a:off x="3172968" y="2212848"/>
            <a:ext cx="2697480" cy="804672"/>
          </a:xfrm>
          <a:prstGeom prst="rect">
            <a:avLst/>
          </a:prstGeom>
          <a:solidFill>
            <a:srgbClr val="21262D"/>
          </a:solidFill>
          <a:ln w="15240">
            <a:solidFill>
              <a:srgbClr val="FF8C00"/>
            </a:solidFill>
            <a:prstDash val="solid"/>
          </a:ln>
        </p:spPr>
      </p:sp>
      <p:sp>
        <p:nvSpPr>
          <p:cNvPr id="39" name="Text 37"/>
          <p:cNvSpPr/>
          <p:nvPr/>
        </p:nvSpPr>
        <p:spPr>
          <a:xfrm>
            <a:off x="3264408" y="2267712"/>
            <a:ext cx="2514600" cy="228600"/>
          </a:xfrm>
          <a:prstGeom prst="rect">
            <a:avLst/>
          </a:prstGeom>
          <a:noFill/>
          <a:ln/>
        </p:spPr>
        <p:txBody>
          <a:bodyPr wrap="square" rtlCol="0" anchor="ctr"/>
          <a:lstStyle/>
          <a:p>
            <a:pPr indent="0" marL="0">
              <a:buNone/>
            </a:pPr>
            <a:r>
              <a:rPr lang="en-US" sz="850" b="1" dirty="0">
                <a:solidFill>
                  <a:srgbClr val="FF8C00"/>
                </a:solidFill>
                <a:latin typeface="Courier New" pitchFamily="34" charset="0"/>
                <a:ea typeface="Courier New" pitchFamily="34" charset="-122"/>
                <a:cs typeface="Courier New" pitchFamily="34" charset="-120"/>
              </a:rPr>
              <a:t>IMPACT</a:t>
            </a:r>
            <a:endParaRPr lang="en-US" sz="850" dirty="0"/>
          </a:p>
        </p:txBody>
      </p:sp>
      <p:sp>
        <p:nvSpPr>
          <p:cNvPr id="40" name="Text 38"/>
          <p:cNvSpPr/>
          <p:nvPr/>
        </p:nvSpPr>
        <p:spPr>
          <a:xfrm>
            <a:off x="3264408" y="2505456"/>
            <a:ext cx="2514600" cy="457200"/>
          </a:xfrm>
          <a:prstGeom prst="rect">
            <a:avLst/>
          </a:prstGeom>
          <a:noFill/>
          <a:ln/>
        </p:spPr>
        <p:txBody>
          <a:bodyPr wrap="square" rtlCol="0" anchor="ctr"/>
          <a:lstStyle/>
          <a:p>
            <a:pPr indent="0" marL="0">
              <a:buNone/>
            </a:pPr>
            <a:r>
              <a:rPr lang="en-US" sz="1050" dirty="0">
                <a:solidFill>
                  <a:srgbClr val="FFFFFF"/>
                </a:solidFill>
                <a:latin typeface="Arial" pitchFamily="34" charset="0"/>
                <a:ea typeface="Arial" pitchFamily="34" charset="-122"/>
                <a:cs typeface="Arial" pitchFamily="34" charset="-120"/>
              </a:rPr>
              <a:t>Hospital ran on paper for nearly 2 weeks</a:t>
            </a:r>
            <a:endParaRPr lang="en-US" sz="1050" dirty="0"/>
          </a:p>
        </p:txBody>
      </p:sp>
      <p:sp>
        <p:nvSpPr>
          <p:cNvPr id="41" name="Shape 39"/>
          <p:cNvSpPr/>
          <p:nvPr/>
        </p:nvSpPr>
        <p:spPr>
          <a:xfrm>
            <a:off x="6025896" y="2212848"/>
            <a:ext cx="2697480" cy="804672"/>
          </a:xfrm>
          <a:prstGeom prst="rect">
            <a:avLst/>
          </a:prstGeom>
          <a:solidFill>
            <a:srgbClr val="21262D"/>
          </a:solidFill>
          <a:ln w="15240">
            <a:solidFill>
              <a:srgbClr val="FF8C00"/>
            </a:solidFill>
            <a:prstDash val="solid"/>
          </a:ln>
        </p:spPr>
      </p:sp>
      <p:sp>
        <p:nvSpPr>
          <p:cNvPr id="42" name="Text 40"/>
          <p:cNvSpPr/>
          <p:nvPr/>
        </p:nvSpPr>
        <p:spPr>
          <a:xfrm>
            <a:off x="6117336" y="2267712"/>
            <a:ext cx="2514600" cy="228600"/>
          </a:xfrm>
          <a:prstGeom prst="rect">
            <a:avLst/>
          </a:prstGeom>
          <a:noFill/>
          <a:ln/>
        </p:spPr>
        <p:txBody>
          <a:bodyPr wrap="square" rtlCol="0" anchor="ctr"/>
          <a:lstStyle/>
          <a:p>
            <a:pPr indent="0" marL="0">
              <a:buNone/>
            </a:pPr>
            <a:r>
              <a:rPr lang="en-US" sz="850" b="1" dirty="0">
                <a:solidFill>
                  <a:srgbClr val="FF8C00"/>
                </a:solidFill>
                <a:latin typeface="Courier New" pitchFamily="34" charset="0"/>
                <a:ea typeface="Courier New" pitchFamily="34" charset="-122"/>
                <a:cs typeface="Courier New" pitchFamily="34" charset="-120"/>
              </a:rPr>
              <a:t>RANSOM ASKED</a:t>
            </a:r>
            <a:endParaRPr lang="en-US" sz="850" dirty="0"/>
          </a:p>
        </p:txBody>
      </p:sp>
      <p:sp>
        <p:nvSpPr>
          <p:cNvPr id="43" name="Text 41"/>
          <p:cNvSpPr/>
          <p:nvPr/>
        </p:nvSpPr>
        <p:spPr>
          <a:xfrm>
            <a:off x="6117336" y="2505456"/>
            <a:ext cx="2514600" cy="457200"/>
          </a:xfrm>
          <a:prstGeom prst="rect">
            <a:avLst/>
          </a:prstGeom>
          <a:noFill/>
          <a:ln/>
        </p:spPr>
        <p:txBody>
          <a:bodyPr wrap="square" rtlCol="0" anchor="ctr"/>
          <a:lstStyle/>
          <a:p>
            <a:pPr indent="0" marL="0">
              <a:buNone/>
            </a:pPr>
            <a:r>
              <a:rPr lang="en-US" sz="1050" dirty="0">
                <a:solidFill>
                  <a:srgbClr val="FFFFFF"/>
                </a:solidFill>
                <a:latin typeface="Arial" pitchFamily="34" charset="0"/>
                <a:ea typeface="Arial" pitchFamily="34" charset="-122"/>
                <a:cs typeface="Arial" pitchFamily="34" charset="-120"/>
              </a:rPr>
              <a:t>30 Bitcoin ≈ ₹1.5 Crore</a:t>
            </a:r>
            <a:endParaRPr lang="en-US" sz="1050" dirty="0"/>
          </a:p>
        </p:txBody>
      </p:sp>
      <p:sp>
        <p:nvSpPr>
          <p:cNvPr id="44" name="Shape 42"/>
          <p:cNvSpPr/>
          <p:nvPr/>
        </p:nvSpPr>
        <p:spPr>
          <a:xfrm>
            <a:off x="320040" y="3218688"/>
            <a:ext cx="5349240" cy="1572768"/>
          </a:xfrm>
          <a:prstGeom prst="rect">
            <a:avLst/>
          </a:prstGeom>
          <a:solidFill>
            <a:srgbClr val="1A0A0A"/>
          </a:solidFill>
          <a:ln w="19050">
            <a:solidFill>
              <a:srgbClr val="FF3333"/>
            </a:solidFill>
            <a:prstDash val="solid"/>
          </a:ln>
        </p:spPr>
      </p:sp>
      <p:sp>
        <p:nvSpPr>
          <p:cNvPr id="45" name="Text 43"/>
          <p:cNvSpPr/>
          <p:nvPr/>
        </p:nvSpPr>
        <p:spPr>
          <a:xfrm>
            <a:off x="411480" y="3273552"/>
            <a:ext cx="5166360" cy="256032"/>
          </a:xfrm>
          <a:prstGeom prst="rect">
            <a:avLst/>
          </a:prstGeom>
          <a:noFill/>
          <a:ln/>
        </p:spPr>
        <p:txBody>
          <a:bodyPr wrap="square" rtlCol="0" anchor="ctr"/>
          <a:lstStyle/>
          <a:p>
            <a:pPr indent="0" marL="0">
              <a:buNone/>
            </a:pPr>
            <a:r>
              <a:rPr lang="en-US" sz="900" b="1" dirty="0">
                <a:solidFill>
                  <a:srgbClr val="FF3333"/>
                </a:solidFill>
                <a:latin typeface="Courier New" pitchFamily="34" charset="0"/>
                <a:ea typeface="Courier New" pitchFamily="34" charset="-122"/>
                <a:cs typeface="Courier New" pitchFamily="34" charset="-120"/>
              </a:rPr>
              <a:t>WHAT HAPPENED</a:t>
            </a:r>
            <a:endParaRPr lang="en-US" sz="900" dirty="0"/>
          </a:p>
        </p:txBody>
      </p:sp>
      <p:sp>
        <p:nvSpPr>
          <p:cNvPr id="46" name="Text 44"/>
          <p:cNvSpPr/>
          <p:nvPr/>
        </p:nvSpPr>
        <p:spPr>
          <a:xfrm>
            <a:off x="411480" y="3547872"/>
            <a:ext cx="5166360" cy="1170432"/>
          </a:xfrm>
          <a:prstGeom prst="rect">
            <a:avLst/>
          </a:prstGeom>
          <a:noFill/>
          <a:ln/>
        </p:spPr>
        <p:txBody>
          <a:bodyPr wrap="square" rtlCol="0" anchor="ctr"/>
          <a:lstStyle/>
          <a:p>
            <a:pPr indent="0" marL="0">
              <a:buNone/>
            </a:pPr>
            <a:r>
              <a:rPr lang="en-US" sz="1000" dirty="0">
                <a:solidFill>
                  <a:srgbClr val="C9D1D9"/>
                </a:solidFill>
                <a:latin typeface="Arial" pitchFamily="34" charset="0"/>
                <a:ea typeface="Arial" pitchFamily="34" charset="-122"/>
                <a:cs typeface="Arial" pitchFamily="34" charset="-120"/>
              </a:rPr>
              <a:t>Hackers encrypted all servers of AIIMS Delhi — patient records, appointment systems, and hospital management software became completely inaccessible. Emergency, outpatient, and inpatient services were severely disrupted. Thousands of patients faced delays in treatment.</a:t>
            </a:r>
            <a:endParaRPr lang="en-US" sz="1000" dirty="0"/>
          </a:p>
        </p:txBody>
      </p:sp>
      <p:sp>
        <p:nvSpPr>
          <p:cNvPr id="47" name="Shape 45"/>
          <p:cNvSpPr/>
          <p:nvPr/>
        </p:nvSpPr>
        <p:spPr>
          <a:xfrm>
            <a:off x="5806440" y="3218688"/>
            <a:ext cx="3017520" cy="1572768"/>
          </a:xfrm>
          <a:prstGeom prst="rect">
            <a:avLst/>
          </a:prstGeom>
          <a:solidFill>
            <a:srgbClr val="0A1A0A"/>
          </a:solidFill>
          <a:ln w="19050">
            <a:solidFill>
              <a:srgbClr val="39FF14"/>
            </a:solidFill>
            <a:prstDash val="solid"/>
          </a:ln>
        </p:spPr>
      </p:sp>
      <p:sp>
        <p:nvSpPr>
          <p:cNvPr id="48" name="Text 46"/>
          <p:cNvSpPr/>
          <p:nvPr/>
        </p:nvSpPr>
        <p:spPr>
          <a:xfrm>
            <a:off x="5897880" y="3273552"/>
            <a:ext cx="2834640" cy="256032"/>
          </a:xfrm>
          <a:prstGeom prst="rect">
            <a:avLst/>
          </a:prstGeom>
          <a:noFill/>
          <a:ln/>
        </p:spPr>
        <p:txBody>
          <a:bodyPr wrap="square" rtlCol="0" anchor="ctr"/>
          <a:lstStyle/>
          <a:p>
            <a:pPr indent="0" marL="0">
              <a:buNone/>
            </a:pPr>
            <a:r>
              <a:rPr lang="en-US" sz="900" b="1" dirty="0">
                <a:solidFill>
                  <a:srgbClr val="39FF14"/>
                </a:solidFill>
                <a:latin typeface="Courier New" pitchFamily="34" charset="0"/>
                <a:ea typeface="Courier New" pitchFamily="34" charset="-122"/>
                <a:cs typeface="Courier New" pitchFamily="34" charset="-120"/>
              </a:rPr>
              <a:t>💡 LESSON LEARNED</a:t>
            </a:r>
            <a:endParaRPr lang="en-US" sz="900" dirty="0"/>
          </a:p>
        </p:txBody>
      </p:sp>
      <p:sp>
        <p:nvSpPr>
          <p:cNvPr id="49" name="Text 47"/>
          <p:cNvSpPr/>
          <p:nvPr/>
        </p:nvSpPr>
        <p:spPr>
          <a:xfrm>
            <a:off x="5897880" y="3547872"/>
            <a:ext cx="2834640" cy="1170432"/>
          </a:xfrm>
          <a:prstGeom prst="rect">
            <a:avLst/>
          </a:prstGeom>
          <a:noFill/>
          <a:ln/>
        </p:spPr>
        <p:txBody>
          <a:bodyPr wrap="square" rtlCol="0" anchor="ctr"/>
          <a:lstStyle/>
          <a:p>
            <a:pPr indent="0" marL="0">
              <a:buNone/>
            </a:pPr>
            <a:r>
              <a:rPr lang="en-US" sz="1000" dirty="0">
                <a:solidFill>
                  <a:srgbClr val="C9D1D9"/>
                </a:solidFill>
                <a:latin typeface="Arial" pitchFamily="34" charset="0"/>
                <a:ea typeface="Arial" pitchFamily="34" charset="-122"/>
                <a:cs typeface="Arial" pitchFamily="34" charset="-120"/>
              </a:rPr>
              <a:t>Critical institutions must have offline backups, strict access controls, and network segmentation. Healthcare data is an extremely high-value target for hackers.</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0A0F"/>
        </a:solidFill>
      </p:bgPr>
    </p:bg>
    <p:spTree>
      <p:nvGrpSpPr>
        <p:cNvPr id="1" name=""/>
        <p:cNvGrpSpPr/>
        <p:nvPr/>
      </p:nvGrpSpPr>
      <p:grpSpPr>
        <a:xfrm>
          <a:off x="0" y="0"/>
          <a:ext cx="0" cy="0"/>
          <a:chOff x="0" y="0"/>
          <a:chExt cx="0" cy="0"/>
        </a:xfrm>
      </p:grpSpPr>
      <p:sp>
        <p:nvSpPr>
          <p:cNvPr id="2" name="Shape 0"/>
          <p:cNvSpPr/>
          <p:nvPr/>
        </p:nvSpPr>
        <p:spPr>
          <a:xfrm>
            <a:off x="0" y="0"/>
            <a:ext cx="0" cy="5143500"/>
          </a:xfrm>
          <a:prstGeom prst="line">
            <a:avLst/>
          </a:prstGeom>
          <a:noFill/>
          <a:ln w="1905">
            <a:solidFill>
              <a:srgbClr val="00F5FF">
                <a:alpha val="15000"/>
              </a:srgbClr>
            </a:solidFill>
            <a:prstDash val="solid"/>
          </a:ln>
        </p:spPr>
      </p:sp>
      <p:sp>
        <p:nvSpPr>
          <p:cNvPr id="3" name="Shape 1"/>
          <p:cNvSpPr/>
          <p:nvPr/>
        </p:nvSpPr>
        <p:spPr>
          <a:xfrm>
            <a:off x="1005840" y="0"/>
            <a:ext cx="0" cy="5143500"/>
          </a:xfrm>
          <a:prstGeom prst="line">
            <a:avLst/>
          </a:prstGeom>
          <a:noFill/>
          <a:ln w="1905">
            <a:solidFill>
              <a:srgbClr val="00F5FF">
                <a:alpha val="15000"/>
              </a:srgbClr>
            </a:solidFill>
            <a:prstDash val="solid"/>
          </a:ln>
        </p:spPr>
      </p:sp>
      <p:sp>
        <p:nvSpPr>
          <p:cNvPr id="4" name="Shape 2"/>
          <p:cNvSpPr/>
          <p:nvPr/>
        </p:nvSpPr>
        <p:spPr>
          <a:xfrm>
            <a:off x="2011680" y="0"/>
            <a:ext cx="0" cy="5143500"/>
          </a:xfrm>
          <a:prstGeom prst="line">
            <a:avLst/>
          </a:prstGeom>
          <a:noFill/>
          <a:ln w="1905">
            <a:solidFill>
              <a:srgbClr val="00F5FF">
                <a:alpha val="15000"/>
              </a:srgbClr>
            </a:solidFill>
            <a:prstDash val="solid"/>
          </a:ln>
        </p:spPr>
      </p:sp>
      <p:sp>
        <p:nvSpPr>
          <p:cNvPr id="5" name="Shape 3"/>
          <p:cNvSpPr/>
          <p:nvPr/>
        </p:nvSpPr>
        <p:spPr>
          <a:xfrm>
            <a:off x="3017520" y="0"/>
            <a:ext cx="0" cy="5143500"/>
          </a:xfrm>
          <a:prstGeom prst="line">
            <a:avLst/>
          </a:prstGeom>
          <a:noFill/>
          <a:ln w="1905">
            <a:solidFill>
              <a:srgbClr val="00F5FF">
                <a:alpha val="15000"/>
              </a:srgbClr>
            </a:solidFill>
            <a:prstDash val="solid"/>
          </a:ln>
        </p:spPr>
      </p:sp>
      <p:sp>
        <p:nvSpPr>
          <p:cNvPr id="6" name="Shape 4"/>
          <p:cNvSpPr/>
          <p:nvPr/>
        </p:nvSpPr>
        <p:spPr>
          <a:xfrm>
            <a:off x="4023360" y="0"/>
            <a:ext cx="0" cy="5143500"/>
          </a:xfrm>
          <a:prstGeom prst="line">
            <a:avLst/>
          </a:prstGeom>
          <a:noFill/>
          <a:ln w="1905">
            <a:solidFill>
              <a:srgbClr val="00F5FF">
                <a:alpha val="15000"/>
              </a:srgbClr>
            </a:solidFill>
            <a:prstDash val="solid"/>
          </a:ln>
        </p:spPr>
      </p:sp>
      <p:sp>
        <p:nvSpPr>
          <p:cNvPr id="7" name="Shape 5"/>
          <p:cNvSpPr/>
          <p:nvPr/>
        </p:nvSpPr>
        <p:spPr>
          <a:xfrm>
            <a:off x="5029200" y="0"/>
            <a:ext cx="0" cy="5143500"/>
          </a:xfrm>
          <a:prstGeom prst="line">
            <a:avLst/>
          </a:prstGeom>
          <a:noFill/>
          <a:ln w="1905">
            <a:solidFill>
              <a:srgbClr val="00F5FF">
                <a:alpha val="15000"/>
              </a:srgbClr>
            </a:solidFill>
            <a:prstDash val="solid"/>
          </a:ln>
        </p:spPr>
      </p:sp>
      <p:sp>
        <p:nvSpPr>
          <p:cNvPr id="8" name="Shape 6"/>
          <p:cNvSpPr/>
          <p:nvPr/>
        </p:nvSpPr>
        <p:spPr>
          <a:xfrm>
            <a:off x="6035040" y="0"/>
            <a:ext cx="0" cy="5143500"/>
          </a:xfrm>
          <a:prstGeom prst="line">
            <a:avLst/>
          </a:prstGeom>
          <a:noFill/>
          <a:ln w="1905">
            <a:solidFill>
              <a:srgbClr val="00F5FF">
                <a:alpha val="15000"/>
              </a:srgbClr>
            </a:solidFill>
            <a:prstDash val="solid"/>
          </a:ln>
        </p:spPr>
      </p:sp>
      <p:sp>
        <p:nvSpPr>
          <p:cNvPr id="9" name="Shape 7"/>
          <p:cNvSpPr/>
          <p:nvPr/>
        </p:nvSpPr>
        <p:spPr>
          <a:xfrm>
            <a:off x="7040880" y="0"/>
            <a:ext cx="0" cy="5143500"/>
          </a:xfrm>
          <a:prstGeom prst="line">
            <a:avLst/>
          </a:prstGeom>
          <a:noFill/>
          <a:ln w="1905">
            <a:solidFill>
              <a:srgbClr val="00F5FF">
                <a:alpha val="15000"/>
              </a:srgbClr>
            </a:solidFill>
            <a:prstDash val="solid"/>
          </a:ln>
        </p:spPr>
      </p:sp>
      <p:sp>
        <p:nvSpPr>
          <p:cNvPr id="10" name="Shape 8"/>
          <p:cNvSpPr/>
          <p:nvPr/>
        </p:nvSpPr>
        <p:spPr>
          <a:xfrm>
            <a:off x="8046720" y="0"/>
            <a:ext cx="0" cy="5143500"/>
          </a:xfrm>
          <a:prstGeom prst="line">
            <a:avLst/>
          </a:prstGeom>
          <a:noFill/>
          <a:ln w="1905">
            <a:solidFill>
              <a:srgbClr val="00F5FF">
                <a:alpha val="15000"/>
              </a:srgbClr>
            </a:solidFill>
            <a:prstDash val="solid"/>
          </a:ln>
        </p:spPr>
      </p:sp>
      <p:sp>
        <p:nvSpPr>
          <p:cNvPr id="11" name="Shape 9"/>
          <p:cNvSpPr/>
          <p:nvPr/>
        </p:nvSpPr>
        <p:spPr>
          <a:xfrm>
            <a:off x="9052560" y="0"/>
            <a:ext cx="0" cy="5143500"/>
          </a:xfrm>
          <a:prstGeom prst="line">
            <a:avLst/>
          </a:prstGeom>
          <a:noFill/>
          <a:ln w="1905">
            <a:solidFill>
              <a:srgbClr val="00F5FF">
                <a:alpha val="15000"/>
              </a:srgbClr>
            </a:solidFill>
            <a:prstDash val="solid"/>
          </a:ln>
        </p:spPr>
      </p:sp>
      <p:sp>
        <p:nvSpPr>
          <p:cNvPr id="12" name="Shape 10"/>
          <p:cNvSpPr/>
          <p:nvPr/>
        </p:nvSpPr>
        <p:spPr>
          <a:xfrm>
            <a:off x="0" y="0"/>
            <a:ext cx="9144000" cy="0"/>
          </a:xfrm>
          <a:prstGeom prst="line">
            <a:avLst/>
          </a:prstGeom>
          <a:noFill/>
          <a:ln w="1905">
            <a:solidFill>
              <a:srgbClr val="00F5FF">
                <a:alpha val="15000"/>
              </a:srgbClr>
            </a:solidFill>
            <a:prstDash val="solid"/>
          </a:ln>
        </p:spPr>
      </p:sp>
      <p:sp>
        <p:nvSpPr>
          <p:cNvPr id="13" name="Shape 11"/>
          <p:cNvSpPr/>
          <p:nvPr/>
        </p:nvSpPr>
        <p:spPr>
          <a:xfrm>
            <a:off x="0" y="914400"/>
            <a:ext cx="9144000" cy="0"/>
          </a:xfrm>
          <a:prstGeom prst="line">
            <a:avLst/>
          </a:prstGeom>
          <a:noFill/>
          <a:ln w="1905">
            <a:solidFill>
              <a:srgbClr val="00F5FF">
                <a:alpha val="15000"/>
              </a:srgbClr>
            </a:solidFill>
            <a:prstDash val="solid"/>
          </a:ln>
        </p:spPr>
      </p:sp>
      <p:sp>
        <p:nvSpPr>
          <p:cNvPr id="14" name="Shape 12"/>
          <p:cNvSpPr/>
          <p:nvPr/>
        </p:nvSpPr>
        <p:spPr>
          <a:xfrm>
            <a:off x="0" y="1828800"/>
            <a:ext cx="9144000" cy="0"/>
          </a:xfrm>
          <a:prstGeom prst="line">
            <a:avLst/>
          </a:prstGeom>
          <a:noFill/>
          <a:ln w="1905">
            <a:solidFill>
              <a:srgbClr val="00F5FF">
                <a:alpha val="15000"/>
              </a:srgbClr>
            </a:solidFill>
            <a:prstDash val="solid"/>
          </a:ln>
        </p:spPr>
      </p:sp>
      <p:sp>
        <p:nvSpPr>
          <p:cNvPr id="15" name="Shape 13"/>
          <p:cNvSpPr/>
          <p:nvPr/>
        </p:nvSpPr>
        <p:spPr>
          <a:xfrm>
            <a:off x="0" y="2743200"/>
            <a:ext cx="9144000" cy="0"/>
          </a:xfrm>
          <a:prstGeom prst="line">
            <a:avLst/>
          </a:prstGeom>
          <a:noFill/>
          <a:ln w="1905">
            <a:solidFill>
              <a:srgbClr val="00F5FF">
                <a:alpha val="15000"/>
              </a:srgbClr>
            </a:solidFill>
            <a:prstDash val="solid"/>
          </a:ln>
        </p:spPr>
      </p:sp>
      <p:sp>
        <p:nvSpPr>
          <p:cNvPr id="16" name="Shape 14"/>
          <p:cNvSpPr/>
          <p:nvPr/>
        </p:nvSpPr>
        <p:spPr>
          <a:xfrm>
            <a:off x="0" y="3657600"/>
            <a:ext cx="9144000" cy="0"/>
          </a:xfrm>
          <a:prstGeom prst="line">
            <a:avLst/>
          </a:prstGeom>
          <a:noFill/>
          <a:ln w="1905">
            <a:solidFill>
              <a:srgbClr val="00F5FF">
                <a:alpha val="15000"/>
              </a:srgbClr>
            </a:solidFill>
            <a:prstDash val="solid"/>
          </a:ln>
        </p:spPr>
      </p:sp>
      <p:sp>
        <p:nvSpPr>
          <p:cNvPr id="17" name="Shape 15"/>
          <p:cNvSpPr/>
          <p:nvPr/>
        </p:nvSpPr>
        <p:spPr>
          <a:xfrm>
            <a:off x="0" y="4572000"/>
            <a:ext cx="9144000" cy="0"/>
          </a:xfrm>
          <a:prstGeom prst="line">
            <a:avLst/>
          </a:prstGeom>
          <a:noFill/>
          <a:ln w="1905">
            <a:solidFill>
              <a:srgbClr val="00F5FF">
                <a:alpha val="15000"/>
              </a:srgbClr>
            </a:solidFill>
            <a:prstDash val="solid"/>
          </a:ln>
        </p:spPr>
      </p:sp>
      <p:sp>
        <p:nvSpPr>
          <p:cNvPr id="18" name="Shape 16"/>
          <p:cNvSpPr/>
          <p:nvPr/>
        </p:nvSpPr>
        <p:spPr>
          <a:xfrm>
            <a:off x="0" y="0"/>
            <a:ext cx="9144000" cy="73152"/>
          </a:xfrm>
          <a:prstGeom prst="rect">
            <a:avLst/>
          </a:prstGeom>
          <a:solidFill>
            <a:srgbClr val="FF8C00"/>
          </a:solidFill>
          <a:ln w="12700">
            <a:solidFill>
              <a:srgbClr val="FF8C00"/>
            </a:solidFill>
            <a:prstDash val="solid"/>
          </a:ln>
        </p:spPr>
      </p:sp>
      <p:sp>
        <p:nvSpPr>
          <p:cNvPr id="19" name="Shape 17"/>
          <p:cNvSpPr/>
          <p:nvPr/>
        </p:nvSpPr>
        <p:spPr>
          <a:xfrm>
            <a:off x="0" y="5070348"/>
            <a:ext cx="9144000" cy="73152"/>
          </a:xfrm>
          <a:prstGeom prst="rect">
            <a:avLst/>
          </a:prstGeom>
          <a:solidFill>
            <a:srgbClr val="FF8C00"/>
          </a:solidFill>
          <a:ln w="12700">
            <a:solidFill>
              <a:srgbClr val="FF8C00"/>
            </a:solidFill>
            <a:prstDash val="solid"/>
          </a:ln>
        </p:spPr>
      </p:sp>
      <p:sp>
        <p:nvSpPr>
          <p:cNvPr id="20" name="Shape 18"/>
          <p:cNvSpPr/>
          <p:nvPr/>
        </p:nvSpPr>
        <p:spPr>
          <a:xfrm>
            <a:off x="320040" y="164592"/>
            <a:ext cx="45720" cy="384048"/>
          </a:xfrm>
          <a:prstGeom prst="rect">
            <a:avLst/>
          </a:prstGeom>
          <a:solidFill>
            <a:srgbClr val="FF8C00"/>
          </a:solidFill>
          <a:ln w="12700">
            <a:solidFill>
              <a:srgbClr val="FF8C00"/>
            </a:solidFill>
            <a:prstDash val="solid"/>
          </a:ln>
        </p:spPr>
      </p:sp>
      <p:sp>
        <p:nvSpPr>
          <p:cNvPr id="21" name="Text 19"/>
          <p:cNvSpPr/>
          <p:nvPr/>
        </p:nvSpPr>
        <p:spPr>
          <a:xfrm>
            <a:off x="457200" y="155448"/>
            <a:ext cx="5486400" cy="411480"/>
          </a:xfrm>
          <a:prstGeom prst="rect">
            <a:avLst/>
          </a:prstGeom>
          <a:noFill/>
          <a:ln/>
        </p:spPr>
        <p:txBody>
          <a:bodyPr wrap="square" rtlCol="0" anchor="ctr"/>
          <a:lstStyle/>
          <a:p>
            <a:pPr indent="0" marL="0">
              <a:buNone/>
            </a:pPr>
            <a:r>
              <a:rPr lang="en-US" sz="1100" b="1" spc="300" kern="0" dirty="0">
                <a:solidFill>
                  <a:srgbClr val="FF8C00"/>
                </a:solidFill>
                <a:latin typeface="Courier New" pitchFamily="34" charset="0"/>
                <a:ea typeface="Courier New" pitchFamily="34" charset="-122"/>
                <a:cs typeface="Courier New" pitchFamily="34" charset="-120"/>
              </a:rPr>
              <a:t>06  //  CASE STUDY  02 / 03</a:t>
            </a:r>
            <a:endParaRPr lang="en-US" sz="1100" dirty="0"/>
          </a:p>
        </p:txBody>
      </p:sp>
      <p:sp>
        <p:nvSpPr>
          <p:cNvPr id="22" name="Text 20"/>
          <p:cNvSpPr/>
          <p:nvPr/>
        </p:nvSpPr>
        <p:spPr>
          <a:xfrm>
            <a:off x="8046720" y="4828032"/>
            <a:ext cx="914400" cy="228600"/>
          </a:xfrm>
          <a:prstGeom prst="rect">
            <a:avLst/>
          </a:prstGeom>
          <a:noFill/>
          <a:ln/>
        </p:spPr>
        <p:txBody>
          <a:bodyPr wrap="square" rtlCol="0" anchor="ctr"/>
          <a:lstStyle/>
          <a:p>
            <a:pPr algn="r" indent="0" marL="0">
              <a:buNone/>
            </a:pPr>
            <a:r>
              <a:rPr lang="en-US" sz="900" dirty="0">
                <a:solidFill>
                  <a:srgbClr val="8B949E"/>
                </a:solidFill>
                <a:latin typeface="Courier New" pitchFamily="34" charset="0"/>
                <a:ea typeface="Courier New" pitchFamily="34" charset="-122"/>
                <a:cs typeface="Courier New" pitchFamily="34" charset="-120"/>
              </a:rPr>
              <a:t>09 / 12</a:t>
            </a:r>
            <a:endParaRPr lang="en-US" sz="900" dirty="0"/>
          </a:p>
        </p:txBody>
      </p:sp>
      <p:sp>
        <p:nvSpPr>
          <p:cNvPr id="23" name="Shape 21"/>
          <p:cNvSpPr/>
          <p:nvPr/>
        </p:nvSpPr>
        <p:spPr>
          <a:xfrm>
            <a:off x="320040" y="502920"/>
            <a:ext cx="8503920" cy="685800"/>
          </a:xfrm>
          <a:prstGeom prst="rect">
            <a:avLst/>
          </a:prstGeom>
          <a:solidFill>
            <a:srgbClr val="FF8C00"/>
          </a:solidFill>
          <a:ln w="12700">
            <a:solidFill>
              <a:srgbClr val="FF8C00"/>
            </a:solidFill>
            <a:prstDash val="solid"/>
          </a:ln>
        </p:spPr>
      </p:sp>
      <p:sp>
        <p:nvSpPr>
          <p:cNvPr id="24" name="Text 22"/>
          <p:cNvSpPr/>
          <p:nvPr/>
        </p:nvSpPr>
        <p:spPr>
          <a:xfrm>
            <a:off x="457200" y="502920"/>
            <a:ext cx="7772400" cy="685800"/>
          </a:xfrm>
          <a:prstGeom prst="rect">
            <a:avLst/>
          </a:prstGeom>
          <a:noFill/>
          <a:ln/>
        </p:spPr>
        <p:txBody>
          <a:bodyPr wrap="square" rtlCol="0" anchor="ctr"/>
          <a:lstStyle/>
          <a:p>
            <a:pPr indent="0" marL="0">
              <a:buNone/>
            </a:pPr>
            <a:r>
              <a:rPr lang="en-US" sz="2200" b="1" dirty="0">
                <a:solidFill>
                  <a:srgbClr val="FFFFFF"/>
                </a:solidFill>
                <a:latin typeface="Arial Black" pitchFamily="34" charset="0"/>
                <a:ea typeface="Arial Black" pitchFamily="34" charset="-122"/>
                <a:cs typeface="Arial Black" pitchFamily="34" charset="-120"/>
              </a:rPr>
              <a:t>🌐  WannaCry Global Ransomware Attack</a:t>
            </a:r>
            <a:endParaRPr lang="en-US" sz="2200" dirty="0"/>
          </a:p>
        </p:txBody>
      </p:sp>
      <p:sp>
        <p:nvSpPr>
          <p:cNvPr id="25" name="Text 23"/>
          <p:cNvSpPr/>
          <p:nvPr/>
        </p:nvSpPr>
        <p:spPr>
          <a:xfrm>
            <a:off x="7772400" y="502920"/>
            <a:ext cx="1005840" cy="685800"/>
          </a:xfrm>
          <a:prstGeom prst="rect">
            <a:avLst/>
          </a:prstGeom>
          <a:noFill/>
          <a:ln/>
        </p:spPr>
        <p:txBody>
          <a:bodyPr wrap="square" rtlCol="0" anchor="ctr"/>
          <a:lstStyle/>
          <a:p>
            <a:pPr algn="r" indent="0" marL="0">
              <a:buNone/>
            </a:pPr>
            <a:r>
              <a:rPr lang="en-US" sz="2200" b="1" dirty="0">
                <a:solidFill>
                  <a:srgbClr val="FFD090"/>
                </a:solidFill>
                <a:latin typeface="Arial Black" pitchFamily="34" charset="0"/>
                <a:ea typeface="Arial Black" pitchFamily="34" charset="-122"/>
                <a:cs typeface="Arial Black" pitchFamily="34" charset="-120"/>
              </a:rPr>
              <a:t>2017</a:t>
            </a:r>
            <a:endParaRPr lang="en-US" sz="2200" dirty="0"/>
          </a:p>
        </p:txBody>
      </p:sp>
      <p:sp>
        <p:nvSpPr>
          <p:cNvPr id="26" name="Shape 24"/>
          <p:cNvSpPr/>
          <p:nvPr/>
        </p:nvSpPr>
        <p:spPr>
          <a:xfrm>
            <a:off x="320040" y="1298448"/>
            <a:ext cx="2697480" cy="804672"/>
          </a:xfrm>
          <a:prstGeom prst="rect">
            <a:avLst/>
          </a:prstGeom>
          <a:solidFill>
            <a:srgbClr val="21262D"/>
          </a:solidFill>
          <a:ln w="15240">
            <a:solidFill>
              <a:srgbClr val="FF8C00"/>
            </a:solidFill>
            <a:prstDash val="solid"/>
          </a:ln>
        </p:spPr>
      </p:sp>
      <p:sp>
        <p:nvSpPr>
          <p:cNvPr id="27" name="Text 25"/>
          <p:cNvSpPr/>
          <p:nvPr/>
        </p:nvSpPr>
        <p:spPr>
          <a:xfrm>
            <a:off x="411480" y="1353312"/>
            <a:ext cx="2514600" cy="228600"/>
          </a:xfrm>
          <a:prstGeom prst="rect">
            <a:avLst/>
          </a:prstGeom>
          <a:noFill/>
          <a:ln/>
        </p:spPr>
        <p:txBody>
          <a:bodyPr wrap="square" rtlCol="0" anchor="ctr"/>
          <a:lstStyle/>
          <a:p>
            <a:pPr indent="0" marL="0">
              <a:buNone/>
            </a:pPr>
            <a:r>
              <a:rPr lang="en-US" sz="850" b="1" dirty="0">
                <a:solidFill>
                  <a:srgbClr val="FF8C00"/>
                </a:solidFill>
                <a:latin typeface="Courier New" pitchFamily="34" charset="0"/>
                <a:ea typeface="Courier New" pitchFamily="34" charset="-122"/>
                <a:cs typeface="Courier New" pitchFamily="34" charset="-120"/>
              </a:rPr>
              <a:t>DATE</a:t>
            </a:r>
            <a:endParaRPr lang="en-US" sz="850" dirty="0"/>
          </a:p>
        </p:txBody>
      </p:sp>
      <p:sp>
        <p:nvSpPr>
          <p:cNvPr id="28" name="Text 26"/>
          <p:cNvSpPr/>
          <p:nvPr/>
        </p:nvSpPr>
        <p:spPr>
          <a:xfrm>
            <a:off x="411480" y="1591056"/>
            <a:ext cx="2514600" cy="457200"/>
          </a:xfrm>
          <a:prstGeom prst="rect">
            <a:avLst/>
          </a:prstGeom>
          <a:noFill/>
          <a:ln/>
        </p:spPr>
        <p:txBody>
          <a:bodyPr wrap="square" rtlCol="0" anchor="ctr"/>
          <a:lstStyle/>
          <a:p>
            <a:pPr indent="0" marL="0">
              <a:buNone/>
            </a:pPr>
            <a:r>
              <a:rPr lang="en-US" sz="1050" dirty="0">
                <a:solidFill>
                  <a:srgbClr val="FFFFFF"/>
                </a:solidFill>
                <a:latin typeface="Arial" pitchFamily="34" charset="0"/>
                <a:ea typeface="Arial" pitchFamily="34" charset="-122"/>
                <a:cs typeface="Arial" pitchFamily="34" charset="-120"/>
              </a:rPr>
              <a:t>May 12, 2017</a:t>
            </a:r>
            <a:endParaRPr lang="en-US" sz="1050" dirty="0"/>
          </a:p>
        </p:txBody>
      </p:sp>
      <p:sp>
        <p:nvSpPr>
          <p:cNvPr id="29" name="Shape 27"/>
          <p:cNvSpPr/>
          <p:nvPr/>
        </p:nvSpPr>
        <p:spPr>
          <a:xfrm>
            <a:off x="3172968" y="1298448"/>
            <a:ext cx="2697480" cy="804672"/>
          </a:xfrm>
          <a:prstGeom prst="rect">
            <a:avLst/>
          </a:prstGeom>
          <a:solidFill>
            <a:srgbClr val="21262D"/>
          </a:solidFill>
          <a:ln w="15240">
            <a:solidFill>
              <a:srgbClr val="FF8C00"/>
            </a:solidFill>
            <a:prstDash val="solid"/>
          </a:ln>
        </p:spPr>
      </p:sp>
      <p:sp>
        <p:nvSpPr>
          <p:cNvPr id="30" name="Text 28"/>
          <p:cNvSpPr/>
          <p:nvPr/>
        </p:nvSpPr>
        <p:spPr>
          <a:xfrm>
            <a:off x="3264408" y="1353312"/>
            <a:ext cx="2514600" cy="228600"/>
          </a:xfrm>
          <a:prstGeom prst="rect">
            <a:avLst/>
          </a:prstGeom>
          <a:noFill/>
          <a:ln/>
        </p:spPr>
        <p:txBody>
          <a:bodyPr wrap="square" rtlCol="0" anchor="ctr"/>
          <a:lstStyle/>
          <a:p>
            <a:pPr indent="0" marL="0">
              <a:buNone/>
            </a:pPr>
            <a:r>
              <a:rPr lang="en-US" sz="850" b="1" dirty="0">
                <a:solidFill>
                  <a:srgbClr val="FF8C00"/>
                </a:solidFill>
                <a:latin typeface="Courier New" pitchFamily="34" charset="0"/>
                <a:ea typeface="Courier New" pitchFamily="34" charset="-122"/>
                <a:cs typeface="Courier New" pitchFamily="34" charset="-120"/>
              </a:rPr>
              <a:t>SCALE</a:t>
            </a:r>
            <a:endParaRPr lang="en-US" sz="850" dirty="0"/>
          </a:p>
        </p:txBody>
      </p:sp>
      <p:sp>
        <p:nvSpPr>
          <p:cNvPr id="31" name="Text 29"/>
          <p:cNvSpPr/>
          <p:nvPr/>
        </p:nvSpPr>
        <p:spPr>
          <a:xfrm>
            <a:off x="3264408" y="1591056"/>
            <a:ext cx="2514600" cy="457200"/>
          </a:xfrm>
          <a:prstGeom prst="rect">
            <a:avLst/>
          </a:prstGeom>
          <a:noFill/>
          <a:ln/>
        </p:spPr>
        <p:txBody>
          <a:bodyPr wrap="square" rtlCol="0" anchor="ctr"/>
          <a:lstStyle/>
          <a:p>
            <a:pPr indent="0" marL="0">
              <a:buNone/>
            </a:pPr>
            <a:r>
              <a:rPr lang="en-US" sz="1050" dirty="0">
                <a:solidFill>
                  <a:srgbClr val="FFFFFF"/>
                </a:solidFill>
                <a:latin typeface="Arial" pitchFamily="34" charset="0"/>
                <a:ea typeface="Arial" pitchFamily="34" charset="-122"/>
                <a:cs typeface="Arial" pitchFamily="34" charset="-120"/>
              </a:rPr>
              <a:t>200,000+ computers across 150+ countries</a:t>
            </a:r>
            <a:endParaRPr lang="en-US" sz="1050" dirty="0"/>
          </a:p>
        </p:txBody>
      </p:sp>
      <p:sp>
        <p:nvSpPr>
          <p:cNvPr id="32" name="Shape 30"/>
          <p:cNvSpPr/>
          <p:nvPr/>
        </p:nvSpPr>
        <p:spPr>
          <a:xfrm>
            <a:off x="6025896" y="1298448"/>
            <a:ext cx="2697480" cy="804672"/>
          </a:xfrm>
          <a:prstGeom prst="rect">
            <a:avLst/>
          </a:prstGeom>
          <a:solidFill>
            <a:srgbClr val="21262D"/>
          </a:solidFill>
          <a:ln w="15240">
            <a:solidFill>
              <a:srgbClr val="FF8C00"/>
            </a:solidFill>
            <a:prstDash val="solid"/>
          </a:ln>
        </p:spPr>
      </p:sp>
      <p:sp>
        <p:nvSpPr>
          <p:cNvPr id="33" name="Text 31"/>
          <p:cNvSpPr/>
          <p:nvPr/>
        </p:nvSpPr>
        <p:spPr>
          <a:xfrm>
            <a:off x="6117336" y="1353312"/>
            <a:ext cx="2514600" cy="228600"/>
          </a:xfrm>
          <a:prstGeom prst="rect">
            <a:avLst/>
          </a:prstGeom>
          <a:noFill/>
          <a:ln/>
        </p:spPr>
        <p:txBody>
          <a:bodyPr wrap="square" rtlCol="0" anchor="ctr"/>
          <a:lstStyle/>
          <a:p>
            <a:pPr indent="0" marL="0">
              <a:buNone/>
            </a:pPr>
            <a:r>
              <a:rPr lang="en-US" sz="850" b="1" dirty="0">
                <a:solidFill>
                  <a:srgbClr val="FF8C00"/>
                </a:solidFill>
                <a:latin typeface="Courier New" pitchFamily="34" charset="0"/>
                <a:ea typeface="Courier New" pitchFamily="34" charset="-122"/>
                <a:cs typeface="Courier New" pitchFamily="34" charset="-120"/>
              </a:rPr>
              <a:t>EXPLOIT</a:t>
            </a:r>
            <a:endParaRPr lang="en-US" sz="850" dirty="0"/>
          </a:p>
        </p:txBody>
      </p:sp>
      <p:sp>
        <p:nvSpPr>
          <p:cNvPr id="34" name="Text 32"/>
          <p:cNvSpPr/>
          <p:nvPr/>
        </p:nvSpPr>
        <p:spPr>
          <a:xfrm>
            <a:off x="6117336" y="1591056"/>
            <a:ext cx="2514600" cy="457200"/>
          </a:xfrm>
          <a:prstGeom prst="rect">
            <a:avLst/>
          </a:prstGeom>
          <a:noFill/>
          <a:ln/>
        </p:spPr>
        <p:txBody>
          <a:bodyPr wrap="square" rtlCol="0" anchor="ctr"/>
          <a:lstStyle/>
          <a:p>
            <a:pPr indent="0" marL="0">
              <a:buNone/>
            </a:pPr>
            <a:r>
              <a:rPr lang="en-US" sz="1050" dirty="0">
                <a:solidFill>
                  <a:srgbClr val="FFFFFF"/>
                </a:solidFill>
                <a:latin typeface="Arial" pitchFamily="34" charset="0"/>
                <a:ea typeface="Arial" pitchFamily="34" charset="-122"/>
                <a:cs typeface="Arial" pitchFamily="34" charset="-120"/>
              </a:rPr>
              <a:t>EternalBlue — Windows vulnerability</a:t>
            </a:r>
            <a:endParaRPr lang="en-US" sz="1050" dirty="0"/>
          </a:p>
        </p:txBody>
      </p:sp>
      <p:sp>
        <p:nvSpPr>
          <p:cNvPr id="35" name="Shape 33"/>
          <p:cNvSpPr/>
          <p:nvPr/>
        </p:nvSpPr>
        <p:spPr>
          <a:xfrm>
            <a:off x="320040" y="2212848"/>
            <a:ext cx="2697480" cy="804672"/>
          </a:xfrm>
          <a:prstGeom prst="rect">
            <a:avLst/>
          </a:prstGeom>
          <a:solidFill>
            <a:srgbClr val="21262D"/>
          </a:solidFill>
          <a:ln w="15240">
            <a:solidFill>
              <a:srgbClr val="FF3333"/>
            </a:solidFill>
            <a:prstDash val="solid"/>
          </a:ln>
        </p:spPr>
      </p:sp>
      <p:sp>
        <p:nvSpPr>
          <p:cNvPr id="36" name="Text 34"/>
          <p:cNvSpPr/>
          <p:nvPr/>
        </p:nvSpPr>
        <p:spPr>
          <a:xfrm>
            <a:off x="411480" y="2267712"/>
            <a:ext cx="2514600" cy="228600"/>
          </a:xfrm>
          <a:prstGeom prst="rect">
            <a:avLst/>
          </a:prstGeom>
          <a:noFill/>
          <a:ln/>
        </p:spPr>
        <p:txBody>
          <a:bodyPr wrap="square" rtlCol="0" anchor="ctr"/>
          <a:lstStyle/>
          <a:p>
            <a:pPr indent="0" marL="0">
              <a:buNone/>
            </a:pPr>
            <a:r>
              <a:rPr lang="en-US" sz="850" b="1" dirty="0">
                <a:solidFill>
                  <a:srgbClr val="FF3333"/>
                </a:solidFill>
                <a:latin typeface="Courier New" pitchFamily="34" charset="0"/>
                <a:ea typeface="Courier New" pitchFamily="34" charset="-122"/>
                <a:cs typeface="Courier New" pitchFamily="34" charset="-120"/>
              </a:rPr>
              <a:t>UK NHS LOSS</a:t>
            </a:r>
            <a:endParaRPr lang="en-US" sz="850" dirty="0"/>
          </a:p>
        </p:txBody>
      </p:sp>
      <p:sp>
        <p:nvSpPr>
          <p:cNvPr id="37" name="Text 35"/>
          <p:cNvSpPr/>
          <p:nvPr/>
        </p:nvSpPr>
        <p:spPr>
          <a:xfrm>
            <a:off x="411480" y="2505456"/>
            <a:ext cx="2514600" cy="457200"/>
          </a:xfrm>
          <a:prstGeom prst="rect">
            <a:avLst/>
          </a:prstGeom>
          <a:noFill/>
          <a:ln/>
        </p:spPr>
        <p:txBody>
          <a:bodyPr wrap="square" rtlCol="0" anchor="ctr"/>
          <a:lstStyle/>
          <a:p>
            <a:pPr indent="0" marL="0">
              <a:buNone/>
            </a:pPr>
            <a:r>
              <a:rPr lang="en-US" sz="1050" dirty="0">
                <a:solidFill>
                  <a:srgbClr val="FFFFFF"/>
                </a:solidFill>
                <a:latin typeface="Arial" pitchFamily="34" charset="0"/>
                <a:ea typeface="Arial" pitchFamily="34" charset="-122"/>
                <a:cs typeface="Arial" pitchFamily="34" charset="-120"/>
              </a:rPr>
              <a:t>£92 million — operations cancelled</a:t>
            </a:r>
            <a:endParaRPr lang="en-US" sz="1050" dirty="0"/>
          </a:p>
        </p:txBody>
      </p:sp>
      <p:sp>
        <p:nvSpPr>
          <p:cNvPr id="38" name="Shape 36"/>
          <p:cNvSpPr/>
          <p:nvPr/>
        </p:nvSpPr>
        <p:spPr>
          <a:xfrm>
            <a:off x="3172968" y="2212848"/>
            <a:ext cx="2697480" cy="804672"/>
          </a:xfrm>
          <a:prstGeom prst="rect">
            <a:avLst/>
          </a:prstGeom>
          <a:solidFill>
            <a:srgbClr val="21262D"/>
          </a:solidFill>
          <a:ln w="15240">
            <a:solidFill>
              <a:srgbClr val="FF3333"/>
            </a:solidFill>
            <a:prstDash val="solid"/>
          </a:ln>
        </p:spPr>
      </p:sp>
      <p:sp>
        <p:nvSpPr>
          <p:cNvPr id="39" name="Text 37"/>
          <p:cNvSpPr/>
          <p:nvPr/>
        </p:nvSpPr>
        <p:spPr>
          <a:xfrm>
            <a:off x="3264408" y="2267712"/>
            <a:ext cx="2514600" cy="228600"/>
          </a:xfrm>
          <a:prstGeom prst="rect">
            <a:avLst/>
          </a:prstGeom>
          <a:noFill/>
          <a:ln/>
        </p:spPr>
        <p:txBody>
          <a:bodyPr wrap="square" rtlCol="0" anchor="ctr"/>
          <a:lstStyle/>
          <a:p>
            <a:pPr indent="0" marL="0">
              <a:buNone/>
            </a:pPr>
            <a:r>
              <a:rPr lang="en-US" sz="850" b="1" dirty="0">
                <a:solidFill>
                  <a:srgbClr val="FF3333"/>
                </a:solidFill>
                <a:latin typeface="Courier New" pitchFamily="34" charset="0"/>
                <a:ea typeface="Courier New" pitchFamily="34" charset="-122"/>
                <a:cs typeface="Courier New" pitchFamily="34" charset="-120"/>
              </a:rPr>
              <a:t>GLOBAL COST</a:t>
            </a:r>
            <a:endParaRPr lang="en-US" sz="850" dirty="0"/>
          </a:p>
        </p:txBody>
      </p:sp>
      <p:sp>
        <p:nvSpPr>
          <p:cNvPr id="40" name="Text 38"/>
          <p:cNvSpPr/>
          <p:nvPr/>
        </p:nvSpPr>
        <p:spPr>
          <a:xfrm>
            <a:off x="3264408" y="2505456"/>
            <a:ext cx="2514600" cy="457200"/>
          </a:xfrm>
          <a:prstGeom prst="rect">
            <a:avLst/>
          </a:prstGeom>
          <a:noFill/>
          <a:ln/>
        </p:spPr>
        <p:txBody>
          <a:bodyPr wrap="square" rtlCol="0" anchor="ctr"/>
          <a:lstStyle/>
          <a:p>
            <a:pPr indent="0" marL="0">
              <a:buNone/>
            </a:pPr>
            <a:r>
              <a:rPr lang="en-US" sz="1050" dirty="0">
                <a:solidFill>
                  <a:srgbClr val="FFFFFF"/>
                </a:solidFill>
                <a:latin typeface="Arial" pitchFamily="34" charset="0"/>
                <a:ea typeface="Arial" pitchFamily="34" charset="-122"/>
                <a:cs typeface="Arial" pitchFamily="34" charset="-120"/>
              </a:rPr>
              <a:t>USD 4–8 Billion</a:t>
            </a:r>
            <a:endParaRPr lang="en-US" sz="1050" dirty="0"/>
          </a:p>
        </p:txBody>
      </p:sp>
      <p:sp>
        <p:nvSpPr>
          <p:cNvPr id="41" name="Shape 39"/>
          <p:cNvSpPr/>
          <p:nvPr/>
        </p:nvSpPr>
        <p:spPr>
          <a:xfrm>
            <a:off x="6025896" y="2212848"/>
            <a:ext cx="2697480" cy="804672"/>
          </a:xfrm>
          <a:prstGeom prst="rect">
            <a:avLst/>
          </a:prstGeom>
          <a:solidFill>
            <a:srgbClr val="21262D"/>
          </a:solidFill>
          <a:ln w="15240">
            <a:solidFill>
              <a:srgbClr val="FF3333"/>
            </a:solidFill>
            <a:prstDash val="solid"/>
          </a:ln>
        </p:spPr>
      </p:sp>
      <p:sp>
        <p:nvSpPr>
          <p:cNvPr id="42" name="Text 40"/>
          <p:cNvSpPr/>
          <p:nvPr/>
        </p:nvSpPr>
        <p:spPr>
          <a:xfrm>
            <a:off x="6117336" y="2267712"/>
            <a:ext cx="2514600" cy="228600"/>
          </a:xfrm>
          <a:prstGeom prst="rect">
            <a:avLst/>
          </a:prstGeom>
          <a:noFill/>
          <a:ln/>
        </p:spPr>
        <p:txBody>
          <a:bodyPr wrap="square" rtlCol="0" anchor="ctr"/>
          <a:lstStyle/>
          <a:p>
            <a:pPr indent="0" marL="0">
              <a:buNone/>
            </a:pPr>
            <a:r>
              <a:rPr lang="en-US" sz="850" b="1" dirty="0">
                <a:solidFill>
                  <a:srgbClr val="FF3333"/>
                </a:solidFill>
                <a:latin typeface="Courier New" pitchFamily="34" charset="0"/>
                <a:ea typeface="Courier New" pitchFamily="34" charset="-122"/>
                <a:cs typeface="Courier New" pitchFamily="34" charset="-120"/>
              </a:rPr>
              <a:t>RANSOM</a:t>
            </a:r>
            <a:endParaRPr lang="en-US" sz="850" dirty="0"/>
          </a:p>
        </p:txBody>
      </p:sp>
      <p:sp>
        <p:nvSpPr>
          <p:cNvPr id="43" name="Text 41"/>
          <p:cNvSpPr/>
          <p:nvPr/>
        </p:nvSpPr>
        <p:spPr>
          <a:xfrm>
            <a:off x="6117336" y="2505456"/>
            <a:ext cx="2514600" cy="457200"/>
          </a:xfrm>
          <a:prstGeom prst="rect">
            <a:avLst/>
          </a:prstGeom>
          <a:noFill/>
          <a:ln/>
        </p:spPr>
        <p:txBody>
          <a:bodyPr wrap="square" rtlCol="0" anchor="ctr"/>
          <a:lstStyle/>
          <a:p>
            <a:pPr indent="0" marL="0">
              <a:buNone/>
            </a:pPr>
            <a:r>
              <a:rPr lang="en-US" sz="1050" dirty="0">
                <a:solidFill>
                  <a:srgbClr val="FFFFFF"/>
                </a:solidFill>
                <a:latin typeface="Arial" pitchFamily="34" charset="0"/>
                <a:ea typeface="Arial" pitchFamily="34" charset="-122"/>
                <a:cs typeface="Arial" pitchFamily="34" charset="-120"/>
              </a:rPr>
              <a:t>USD 300–600 per victim (Bitcoin)</a:t>
            </a:r>
            <a:endParaRPr lang="en-US" sz="1050" dirty="0"/>
          </a:p>
        </p:txBody>
      </p:sp>
      <p:sp>
        <p:nvSpPr>
          <p:cNvPr id="44" name="Shape 42"/>
          <p:cNvSpPr/>
          <p:nvPr/>
        </p:nvSpPr>
        <p:spPr>
          <a:xfrm>
            <a:off x="320040" y="3218688"/>
            <a:ext cx="5349240" cy="1572768"/>
          </a:xfrm>
          <a:prstGeom prst="rect">
            <a:avLst/>
          </a:prstGeom>
          <a:solidFill>
            <a:srgbClr val="1A0F00"/>
          </a:solidFill>
          <a:ln w="19050">
            <a:solidFill>
              <a:srgbClr val="FF8C00"/>
            </a:solidFill>
            <a:prstDash val="solid"/>
          </a:ln>
        </p:spPr>
      </p:sp>
      <p:sp>
        <p:nvSpPr>
          <p:cNvPr id="45" name="Text 43"/>
          <p:cNvSpPr/>
          <p:nvPr/>
        </p:nvSpPr>
        <p:spPr>
          <a:xfrm>
            <a:off x="411480" y="3273552"/>
            <a:ext cx="5166360" cy="256032"/>
          </a:xfrm>
          <a:prstGeom prst="rect">
            <a:avLst/>
          </a:prstGeom>
          <a:noFill/>
          <a:ln/>
        </p:spPr>
        <p:txBody>
          <a:bodyPr wrap="square" rtlCol="0" anchor="ctr"/>
          <a:lstStyle/>
          <a:p>
            <a:pPr indent="0" marL="0">
              <a:buNone/>
            </a:pPr>
            <a:r>
              <a:rPr lang="en-US" sz="900" b="1" dirty="0">
                <a:solidFill>
                  <a:srgbClr val="FF8C00"/>
                </a:solidFill>
                <a:latin typeface="Courier New" pitchFamily="34" charset="0"/>
                <a:ea typeface="Courier New" pitchFamily="34" charset="-122"/>
                <a:cs typeface="Courier New" pitchFamily="34" charset="-120"/>
              </a:rPr>
              <a:t>WHAT HAPPENED</a:t>
            </a:r>
            <a:endParaRPr lang="en-US" sz="900" dirty="0"/>
          </a:p>
        </p:txBody>
      </p:sp>
      <p:sp>
        <p:nvSpPr>
          <p:cNvPr id="46" name="Text 44"/>
          <p:cNvSpPr/>
          <p:nvPr/>
        </p:nvSpPr>
        <p:spPr>
          <a:xfrm>
            <a:off x="411480" y="3547872"/>
            <a:ext cx="5166360" cy="1170432"/>
          </a:xfrm>
          <a:prstGeom prst="rect">
            <a:avLst/>
          </a:prstGeom>
          <a:noFill/>
          <a:ln/>
        </p:spPr>
        <p:txBody>
          <a:bodyPr wrap="square" rtlCol="0" anchor="ctr"/>
          <a:lstStyle/>
          <a:p>
            <a:pPr indent="0" marL="0">
              <a:buNone/>
            </a:pPr>
            <a:r>
              <a:rPr lang="en-US" sz="1000" dirty="0">
                <a:solidFill>
                  <a:srgbClr val="C9D1D9"/>
                </a:solidFill>
                <a:latin typeface="Arial" pitchFamily="34" charset="0"/>
                <a:ea typeface="Arial" pitchFamily="34" charset="-122"/>
                <a:cs typeface="Arial" pitchFamily="34" charset="-120"/>
              </a:rPr>
              <a:t>WannaCry exploited an unpatched Windows vulnerability (EternalBlue) to spread automatically across networks. It encrypted files and demanded Bitcoin ransom. UK's NHS had to cancel thousands of medical appointments and operations. The vulnerability had been patched by Microsoft two months earlier — but many organisations had not updated.</a:t>
            </a:r>
            <a:endParaRPr lang="en-US" sz="1000" dirty="0"/>
          </a:p>
        </p:txBody>
      </p:sp>
      <p:sp>
        <p:nvSpPr>
          <p:cNvPr id="47" name="Shape 45"/>
          <p:cNvSpPr/>
          <p:nvPr/>
        </p:nvSpPr>
        <p:spPr>
          <a:xfrm>
            <a:off x="5806440" y="3218688"/>
            <a:ext cx="3017520" cy="1572768"/>
          </a:xfrm>
          <a:prstGeom prst="rect">
            <a:avLst/>
          </a:prstGeom>
          <a:solidFill>
            <a:srgbClr val="0A1A0A"/>
          </a:solidFill>
          <a:ln w="19050">
            <a:solidFill>
              <a:srgbClr val="39FF14"/>
            </a:solidFill>
            <a:prstDash val="solid"/>
          </a:ln>
        </p:spPr>
      </p:sp>
      <p:sp>
        <p:nvSpPr>
          <p:cNvPr id="48" name="Text 46"/>
          <p:cNvSpPr/>
          <p:nvPr/>
        </p:nvSpPr>
        <p:spPr>
          <a:xfrm>
            <a:off x="5897880" y="3273552"/>
            <a:ext cx="2834640" cy="256032"/>
          </a:xfrm>
          <a:prstGeom prst="rect">
            <a:avLst/>
          </a:prstGeom>
          <a:noFill/>
          <a:ln/>
        </p:spPr>
        <p:txBody>
          <a:bodyPr wrap="square" rtlCol="0" anchor="ctr"/>
          <a:lstStyle/>
          <a:p>
            <a:pPr indent="0" marL="0">
              <a:buNone/>
            </a:pPr>
            <a:r>
              <a:rPr lang="en-US" sz="900" b="1" dirty="0">
                <a:solidFill>
                  <a:srgbClr val="39FF14"/>
                </a:solidFill>
                <a:latin typeface="Courier New" pitchFamily="34" charset="0"/>
                <a:ea typeface="Courier New" pitchFamily="34" charset="-122"/>
                <a:cs typeface="Courier New" pitchFamily="34" charset="-120"/>
              </a:rPr>
              <a:t>💡 LESSON LEARNED</a:t>
            </a:r>
            <a:endParaRPr lang="en-US" sz="900" dirty="0"/>
          </a:p>
        </p:txBody>
      </p:sp>
      <p:sp>
        <p:nvSpPr>
          <p:cNvPr id="49" name="Text 47"/>
          <p:cNvSpPr/>
          <p:nvPr/>
        </p:nvSpPr>
        <p:spPr>
          <a:xfrm>
            <a:off x="5897880" y="3547872"/>
            <a:ext cx="2834640" cy="1170432"/>
          </a:xfrm>
          <a:prstGeom prst="rect">
            <a:avLst/>
          </a:prstGeom>
          <a:noFill/>
          <a:ln/>
        </p:spPr>
        <p:txBody>
          <a:bodyPr wrap="square" rtlCol="0" anchor="ctr"/>
          <a:lstStyle/>
          <a:p>
            <a:pPr indent="0" marL="0">
              <a:buNone/>
            </a:pPr>
            <a:r>
              <a:rPr lang="en-US" sz="1000" dirty="0">
                <a:solidFill>
                  <a:srgbClr val="C9D1D9"/>
                </a:solidFill>
                <a:latin typeface="Arial" pitchFamily="34" charset="0"/>
                <a:ea typeface="Arial" pitchFamily="34" charset="-122"/>
                <a:cs typeface="Arial" pitchFamily="34" charset="-120"/>
              </a:rPr>
              <a:t>Always apply software updates and security patches immediately. Most major attacks exploit vulnerabilities that already have a fix available.</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0A0F"/>
        </a:solidFill>
      </p:bgPr>
    </p:bg>
    <p:spTree>
      <p:nvGrpSpPr>
        <p:cNvPr id="1" name=""/>
        <p:cNvGrpSpPr/>
        <p:nvPr/>
      </p:nvGrpSpPr>
      <p:grpSpPr>
        <a:xfrm>
          <a:off x="0" y="0"/>
          <a:ext cx="0" cy="0"/>
          <a:chOff x="0" y="0"/>
          <a:chExt cx="0" cy="0"/>
        </a:xfrm>
      </p:grpSpPr>
      <p:sp>
        <p:nvSpPr>
          <p:cNvPr id="2" name="Shape 0"/>
          <p:cNvSpPr/>
          <p:nvPr/>
        </p:nvSpPr>
        <p:spPr>
          <a:xfrm>
            <a:off x="0" y="0"/>
            <a:ext cx="0" cy="5143500"/>
          </a:xfrm>
          <a:prstGeom prst="line">
            <a:avLst/>
          </a:prstGeom>
          <a:noFill/>
          <a:ln w="1905">
            <a:solidFill>
              <a:srgbClr val="00F5FF">
                <a:alpha val="15000"/>
              </a:srgbClr>
            </a:solidFill>
            <a:prstDash val="solid"/>
          </a:ln>
        </p:spPr>
      </p:sp>
      <p:sp>
        <p:nvSpPr>
          <p:cNvPr id="3" name="Shape 1"/>
          <p:cNvSpPr/>
          <p:nvPr/>
        </p:nvSpPr>
        <p:spPr>
          <a:xfrm>
            <a:off x="1005840" y="0"/>
            <a:ext cx="0" cy="5143500"/>
          </a:xfrm>
          <a:prstGeom prst="line">
            <a:avLst/>
          </a:prstGeom>
          <a:noFill/>
          <a:ln w="1905">
            <a:solidFill>
              <a:srgbClr val="00F5FF">
                <a:alpha val="15000"/>
              </a:srgbClr>
            </a:solidFill>
            <a:prstDash val="solid"/>
          </a:ln>
        </p:spPr>
      </p:sp>
      <p:sp>
        <p:nvSpPr>
          <p:cNvPr id="4" name="Shape 2"/>
          <p:cNvSpPr/>
          <p:nvPr/>
        </p:nvSpPr>
        <p:spPr>
          <a:xfrm>
            <a:off x="2011680" y="0"/>
            <a:ext cx="0" cy="5143500"/>
          </a:xfrm>
          <a:prstGeom prst="line">
            <a:avLst/>
          </a:prstGeom>
          <a:noFill/>
          <a:ln w="1905">
            <a:solidFill>
              <a:srgbClr val="00F5FF">
                <a:alpha val="15000"/>
              </a:srgbClr>
            </a:solidFill>
            <a:prstDash val="solid"/>
          </a:ln>
        </p:spPr>
      </p:sp>
      <p:sp>
        <p:nvSpPr>
          <p:cNvPr id="5" name="Shape 3"/>
          <p:cNvSpPr/>
          <p:nvPr/>
        </p:nvSpPr>
        <p:spPr>
          <a:xfrm>
            <a:off x="3017520" y="0"/>
            <a:ext cx="0" cy="5143500"/>
          </a:xfrm>
          <a:prstGeom prst="line">
            <a:avLst/>
          </a:prstGeom>
          <a:noFill/>
          <a:ln w="1905">
            <a:solidFill>
              <a:srgbClr val="00F5FF">
                <a:alpha val="15000"/>
              </a:srgbClr>
            </a:solidFill>
            <a:prstDash val="solid"/>
          </a:ln>
        </p:spPr>
      </p:sp>
      <p:sp>
        <p:nvSpPr>
          <p:cNvPr id="6" name="Shape 4"/>
          <p:cNvSpPr/>
          <p:nvPr/>
        </p:nvSpPr>
        <p:spPr>
          <a:xfrm>
            <a:off x="4023360" y="0"/>
            <a:ext cx="0" cy="5143500"/>
          </a:xfrm>
          <a:prstGeom prst="line">
            <a:avLst/>
          </a:prstGeom>
          <a:noFill/>
          <a:ln w="1905">
            <a:solidFill>
              <a:srgbClr val="00F5FF">
                <a:alpha val="15000"/>
              </a:srgbClr>
            </a:solidFill>
            <a:prstDash val="solid"/>
          </a:ln>
        </p:spPr>
      </p:sp>
      <p:sp>
        <p:nvSpPr>
          <p:cNvPr id="7" name="Shape 5"/>
          <p:cNvSpPr/>
          <p:nvPr/>
        </p:nvSpPr>
        <p:spPr>
          <a:xfrm>
            <a:off x="5029200" y="0"/>
            <a:ext cx="0" cy="5143500"/>
          </a:xfrm>
          <a:prstGeom prst="line">
            <a:avLst/>
          </a:prstGeom>
          <a:noFill/>
          <a:ln w="1905">
            <a:solidFill>
              <a:srgbClr val="00F5FF">
                <a:alpha val="15000"/>
              </a:srgbClr>
            </a:solidFill>
            <a:prstDash val="solid"/>
          </a:ln>
        </p:spPr>
      </p:sp>
      <p:sp>
        <p:nvSpPr>
          <p:cNvPr id="8" name="Shape 6"/>
          <p:cNvSpPr/>
          <p:nvPr/>
        </p:nvSpPr>
        <p:spPr>
          <a:xfrm>
            <a:off x="6035040" y="0"/>
            <a:ext cx="0" cy="5143500"/>
          </a:xfrm>
          <a:prstGeom prst="line">
            <a:avLst/>
          </a:prstGeom>
          <a:noFill/>
          <a:ln w="1905">
            <a:solidFill>
              <a:srgbClr val="00F5FF">
                <a:alpha val="15000"/>
              </a:srgbClr>
            </a:solidFill>
            <a:prstDash val="solid"/>
          </a:ln>
        </p:spPr>
      </p:sp>
      <p:sp>
        <p:nvSpPr>
          <p:cNvPr id="9" name="Shape 7"/>
          <p:cNvSpPr/>
          <p:nvPr/>
        </p:nvSpPr>
        <p:spPr>
          <a:xfrm>
            <a:off x="7040880" y="0"/>
            <a:ext cx="0" cy="5143500"/>
          </a:xfrm>
          <a:prstGeom prst="line">
            <a:avLst/>
          </a:prstGeom>
          <a:noFill/>
          <a:ln w="1905">
            <a:solidFill>
              <a:srgbClr val="00F5FF">
                <a:alpha val="15000"/>
              </a:srgbClr>
            </a:solidFill>
            <a:prstDash val="solid"/>
          </a:ln>
        </p:spPr>
      </p:sp>
      <p:sp>
        <p:nvSpPr>
          <p:cNvPr id="10" name="Shape 8"/>
          <p:cNvSpPr/>
          <p:nvPr/>
        </p:nvSpPr>
        <p:spPr>
          <a:xfrm>
            <a:off x="8046720" y="0"/>
            <a:ext cx="0" cy="5143500"/>
          </a:xfrm>
          <a:prstGeom prst="line">
            <a:avLst/>
          </a:prstGeom>
          <a:noFill/>
          <a:ln w="1905">
            <a:solidFill>
              <a:srgbClr val="00F5FF">
                <a:alpha val="15000"/>
              </a:srgbClr>
            </a:solidFill>
            <a:prstDash val="solid"/>
          </a:ln>
        </p:spPr>
      </p:sp>
      <p:sp>
        <p:nvSpPr>
          <p:cNvPr id="11" name="Shape 9"/>
          <p:cNvSpPr/>
          <p:nvPr/>
        </p:nvSpPr>
        <p:spPr>
          <a:xfrm>
            <a:off x="9052560" y="0"/>
            <a:ext cx="0" cy="5143500"/>
          </a:xfrm>
          <a:prstGeom prst="line">
            <a:avLst/>
          </a:prstGeom>
          <a:noFill/>
          <a:ln w="1905">
            <a:solidFill>
              <a:srgbClr val="00F5FF">
                <a:alpha val="15000"/>
              </a:srgbClr>
            </a:solidFill>
            <a:prstDash val="solid"/>
          </a:ln>
        </p:spPr>
      </p:sp>
      <p:sp>
        <p:nvSpPr>
          <p:cNvPr id="12" name="Shape 10"/>
          <p:cNvSpPr/>
          <p:nvPr/>
        </p:nvSpPr>
        <p:spPr>
          <a:xfrm>
            <a:off x="0" y="0"/>
            <a:ext cx="9144000" cy="0"/>
          </a:xfrm>
          <a:prstGeom prst="line">
            <a:avLst/>
          </a:prstGeom>
          <a:noFill/>
          <a:ln w="1905">
            <a:solidFill>
              <a:srgbClr val="00F5FF">
                <a:alpha val="15000"/>
              </a:srgbClr>
            </a:solidFill>
            <a:prstDash val="solid"/>
          </a:ln>
        </p:spPr>
      </p:sp>
      <p:sp>
        <p:nvSpPr>
          <p:cNvPr id="13" name="Shape 11"/>
          <p:cNvSpPr/>
          <p:nvPr/>
        </p:nvSpPr>
        <p:spPr>
          <a:xfrm>
            <a:off x="0" y="914400"/>
            <a:ext cx="9144000" cy="0"/>
          </a:xfrm>
          <a:prstGeom prst="line">
            <a:avLst/>
          </a:prstGeom>
          <a:noFill/>
          <a:ln w="1905">
            <a:solidFill>
              <a:srgbClr val="00F5FF">
                <a:alpha val="15000"/>
              </a:srgbClr>
            </a:solidFill>
            <a:prstDash val="solid"/>
          </a:ln>
        </p:spPr>
      </p:sp>
      <p:sp>
        <p:nvSpPr>
          <p:cNvPr id="14" name="Shape 12"/>
          <p:cNvSpPr/>
          <p:nvPr/>
        </p:nvSpPr>
        <p:spPr>
          <a:xfrm>
            <a:off x="0" y="1828800"/>
            <a:ext cx="9144000" cy="0"/>
          </a:xfrm>
          <a:prstGeom prst="line">
            <a:avLst/>
          </a:prstGeom>
          <a:noFill/>
          <a:ln w="1905">
            <a:solidFill>
              <a:srgbClr val="00F5FF">
                <a:alpha val="15000"/>
              </a:srgbClr>
            </a:solidFill>
            <a:prstDash val="solid"/>
          </a:ln>
        </p:spPr>
      </p:sp>
      <p:sp>
        <p:nvSpPr>
          <p:cNvPr id="15" name="Shape 13"/>
          <p:cNvSpPr/>
          <p:nvPr/>
        </p:nvSpPr>
        <p:spPr>
          <a:xfrm>
            <a:off x="0" y="2743200"/>
            <a:ext cx="9144000" cy="0"/>
          </a:xfrm>
          <a:prstGeom prst="line">
            <a:avLst/>
          </a:prstGeom>
          <a:noFill/>
          <a:ln w="1905">
            <a:solidFill>
              <a:srgbClr val="00F5FF">
                <a:alpha val="15000"/>
              </a:srgbClr>
            </a:solidFill>
            <a:prstDash val="solid"/>
          </a:ln>
        </p:spPr>
      </p:sp>
      <p:sp>
        <p:nvSpPr>
          <p:cNvPr id="16" name="Shape 14"/>
          <p:cNvSpPr/>
          <p:nvPr/>
        </p:nvSpPr>
        <p:spPr>
          <a:xfrm>
            <a:off x="0" y="3657600"/>
            <a:ext cx="9144000" cy="0"/>
          </a:xfrm>
          <a:prstGeom prst="line">
            <a:avLst/>
          </a:prstGeom>
          <a:noFill/>
          <a:ln w="1905">
            <a:solidFill>
              <a:srgbClr val="00F5FF">
                <a:alpha val="15000"/>
              </a:srgbClr>
            </a:solidFill>
            <a:prstDash val="solid"/>
          </a:ln>
        </p:spPr>
      </p:sp>
      <p:sp>
        <p:nvSpPr>
          <p:cNvPr id="17" name="Shape 15"/>
          <p:cNvSpPr/>
          <p:nvPr/>
        </p:nvSpPr>
        <p:spPr>
          <a:xfrm>
            <a:off x="0" y="4572000"/>
            <a:ext cx="9144000" cy="0"/>
          </a:xfrm>
          <a:prstGeom prst="line">
            <a:avLst/>
          </a:prstGeom>
          <a:noFill/>
          <a:ln w="1905">
            <a:solidFill>
              <a:srgbClr val="00F5FF">
                <a:alpha val="15000"/>
              </a:srgbClr>
            </a:solidFill>
            <a:prstDash val="solid"/>
          </a:ln>
        </p:spPr>
      </p:sp>
      <p:sp>
        <p:nvSpPr>
          <p:cNvPr id="18" name="Shape 16"/>
          <p:cNvSpPr/>
          <p:nvPr/>
        </p:nvSpPr>
        <p:spPr>
          <a:xfrm>
            <a:off x="0" y="0"/>
            <a:ext cx="9144000" cy="73152"/>
          </a:xfrm>
          <a:prstGeom prst="rect">
            <a:avLst/>
          </a:prstGeom>
          <a:solidFill>
            <a:srgbClr val="39FF14"/>
          </a:solidFill>
          <a:ln w="12700">
            <a:solidFill>
              <a:srgbClr val="39FF14"/>
            </a:solidFill>
            <a:prstDash val="solid"/>
          </a:ln>
        </p:spPr>
      </p:sp>
      <p:sp>
        <p:nvSpPr>
          <p:cNvPr id="19" name="Shape 17"/>
          <p:cNvSpPr/>
          <p:nvPr/>
        </p:nvSpPr>
        <p:spPr>
          <a:xfrm>
            <a:off x="0" y="5070348"/>
            <a:ext cx="9144000" cy="73152"/>
          </a:xfrm>
          <a:prstGeom prst="rect">
            <a:avLst/>
          </a:prstGeom>
          <a:solidFill>
            <a:srgbClr val="39FF14"/>
          </a:solidFill>
          <a:ln w="12700">
            <a:solidFill>
              <a:srgbClr val="39FF14"/>
            </a:solidFill>
            <a:prstDash val="solid"/>
          </a:ln>
        </p:spPr>
      </p:sp>
      <p:sp>
        <p:nvSpPr>
          <p:cNvPr id="20" name="Shape 18"/>
          <p:cNvSpPr/>
          <p:nvPr/>
        </p:nvSpPr>
        <p:spPr>
          <a:xfrm>
            <a:off x="320040" y="164592"/>
            <a:ext cx="45720" cy="384048"/>
          </a:xfrm>
          <a:prstGeom prst="rect">
            <a:avLst/>
          </a:prstGeom>
          <a:solidFill>
            <a:srgbClr val="39FF14"/>
          </a:solidFill>
          <a:ln w="12700">
            <a:solidFill>
              <a:srgbClr val="39FF14"/>
            </a:solidFill>
            <a:prstDash val="solid"/>
          </a:ln>
        </p:spPr>
      </p:sp>
      <p:sp>
        <p:nvSpPr>
          <p:cNvPr id="21" name="Text 19"/>
          <p:cNvSpPr/>
          <p:nvPr/>
        </p:nvSpPr>
        <p:spPr>
          <a:xfrm>
            <a:off x="457200" y="155448"/>
            <a:ext cx="5486400" cy="411480"/>
          </a:xfrm>
          <a:prstGeom prst="rect">
            <a:avLst/>
          </a:prstGeom>
          <a:noFill/>
          <a:ln/>
        </p:spPr>
        <p:txBody>
          <a:bodyPr wrap="square" rtlCol="0" anchor="ctr"/>
          <a:lstStyle/>
          <a:p>
            <a:pPr indent="0" marL="0">
              <a:buNone/>
            </a:pPr>
            <a:r>
              <a:rPr lang="en-US" sz="1100" b="1" spc="300" kern="0" dirty="0">
                <a:solidFill>
                  <a:srgbClr val="39FF14"/>
                </a:solidFill>
                <a:latin typeface="Courier New" pitchFamily="34" charset="0"/>
                <a:ea typeface="Courier New" pitchFamily="34" charset="-122"/>
                <a:cs typeface="Courier New" pitchFamily="34" charset="-120"/>
              </a:rPr>
              <a:t>06  //  CASE STUDY  03 / 03</a:t>
            </a:r>
            <a:endParaRPr lang="en-US" sz="1100" dirty="0"/>
          </a:p>
        </p:txBody>
      </p:sp>
      <p:sp>
        <p:nvSpPr>
          <p:cNvPr id="22" name="Text 20"/>
          <p:cNvSpPr/>
          <p:nvPr/>
        </p:nvSpPr>
        <p:spPr>
          <a:xfrm>
            <a:off x="8046720" y="4828032"/>
            <a:ext cx="914400" cy="228600"/>
          </a:xfrm>
          <a:prstGeom prst="rect">
            <a:avLst/>
          </a:prstGeom>
          <a:noFill/>
          <a:ln/>
        </p:spPr>
        <p:txBody>
          <a:bodyPr wrap="square" rtlCol="0" anchor="ctr"/>
          <a:lstStyle/>
          <a:p>
            <a:pPr algn="r" indent="0" marL="0">
              <a:buNone/>
            </a:pPr>
            <a:r>
              <a:rPr lang="en-US" sz="900" dirty="0">
                <a:solidFill>
                  <a:srgbClr val="8B949E"/>
                </a:solidFill>
                <a:latin typeface="Courier New" pitchFamily="34" charset="0"/>
                <a:ea typeface="Courier New" pitchFamily="34" charset="-122"/>
                <a:cs typeface="Courier New" pitchFamily="34" charset="-120"/>
              </a:rPr>
              <a:t>10 / 12</a:t>
            </a:r>
            <a:endParaRPr lang="en-US" sz="900" dirty="0"/>
          </a:p>
        </p:txBody>
      </p:sp>
      <p:sp>
        <p:nvSpPr>
          <p:cNvPr id="23" name="Shape 21"/>
          <p:cNvSpPr/>
          <p:nvPr/>
        </p:nvSpPr>
        <p:spPr>
          <a:xfrm>
            <a:off x="320040" y="502920"/>
            <a:ext cx="8503920" cy="685800"/>
          </a:xfrm>
          <a:prstGeom prst="rect">
            <a:avLst/>
          </a:prstGeom>
          <a:solidFill>
            <a:srgbClr val="39FF14"/>
          </a:solidFill>
          <a:ln w="12700">
            <a:solidFill>
              <a:srgbClr val="39FF14"/>
            </a:solidFill>
            <a:prstDash val="solid"/>
          </a:ln>
        </p:spPr>
      </p:sp>
      <p:sp>
        <p:nvSpPr>
          <p:cNvPr id="24" name="Text 22"/>
          <p:cNvSpPr/>
          <p:nvPr/>
        </p:nvSpPr>
        <p:spPr>
          <a:xfrm>
            <a:off x="457200" y="502920"/>
            <a:ext cx="7772400" cy="685800"/>
          </a:xfrm>
          <a:prstGeom prst="rect">
            <a:avLst/>
          </a:prstGeom>
          <a:noFill/>
          <a:ln/>
        </p:spPr>
        <p:txBody>
          <a:bodyPr wrap="square" rtlCol="0" anchor="ctr"/>
          <a:lstStyle/>
          <a:p>
            <a:pPr indent="0" marL="0">
              <a:buNone/>
            </a:pPr>
            <a:r>
              <a:rPr lang="en-US" sz="2200" b="1" dirty="0">
                <a:solidFill>
                  <a:srgbClr val="0A0A0F"/>
                </a:solidFill>
                <a:latin typeface="Arial Black" pitchFamily="34" charset="0"/>
                <a:ea typeface="Arial Black" pitchFamily="34" charset="-122"/>
                <a:cs typeface="Arial Black" pitchFamily="34" charset="-120"/>
              </a:rPr>
              <a:t>🏦  Pune Cosmos Bank Cyber Heist</a:t>
            </a:r>
            <a:endParaRPr lang="en-US" sz="2200" dirty="0"/>
          </a:p>
        </p:txBody>
      </p:sp>
      <p:sp>
        <p:nvSpPr>
          <p:cNvPr id="25" name="Text 23"/>
          <p:cNvSpPr/>
          <p:nvPr/>
        </p:nvSpPr>
        <p:spPr>
          <a:xfrm>
            <a:off x="7772400" y="502920"/>
            <a:ext cx="1005840" cy="685800"/>
          </a:xfrm>
          <a:prstGeom prst="rect">
            <a:avLst/>
          </a:prstGeom>
          <a:noFill/>
          <a:ln/>
        </p:spPr>
        <p:txBody>
          <a:bodyPr wrap="square" rtlCol="0" anchor="ctr"/>
          <a:lstStyle/>
          <a:p>
            <a:pPr algn="r" indent="0" marL="0">
              <a:buNone/>
            </a:pPr>
            <a:r>
              <a:rPr lang="en-US" sz="2200" b="1" dirty="0">
                <a:solidFill>
                  <a:srgbClr val="003300"/>
                </a:solidFill>
                <a:latin typeface="Arial Black" pitchFamily="34" charset="0"/>
                <a:ea typeface="Arial Black" pitchFamily="34" charset="-122"/>
                <a:cs typeface="Arial Black" pitchFamily="34" charset="-120"/>
              </a:rPr>
              <a:t>2018</a:t>
            </a:r>
            <a:endParaRPr lang="en-US" sz="2200" dirty="0"/>
          </a:p>
        </p:txBody>
      </p:sp>
      <p:sp>
        <p:nvSpPr>
          <p:cNvPr id="26" name="Shape 24"/>
          <p:cNvSpPr/>
          <p:nvPr/>
        </p:nvSpPr>
        <p:spPr>
          <a:xfrm>
            <a:off x="320040" y="1298448"/>
            <a:ext cx="2697480" cy="804672"/>
          </a:xfrm>
          <a:prstGeom prst="rect">
            <a:avLst/>
          </a:prstGeom>
          <a:solidFill>
            <a:srgbClr val="21262D"/>
          </a:solidFill>
          <a:ln w="15240">
            <a:solidFill>
              <a:srgbClr val="39FF14"/>
            </a:solidFill>
            <a:prstDash val="solid"/>
          </a:ln>
        </p:spPr>
      </p:sp>
      <p:sp>
        <p:nvSpPr>
          <p:cNvPr id="27" name="Text 25"/>
          <p:cNvSpPr/>
          <p:nvPr/>
        </p:nvSpPr>
        <p:spPr>
          <a:xfrm>
            <a:off x="411480" y="1353312"/>
            <a:ext cx="2514600" cy="228600"/>
          </a:xfrm>
          <a:prstGeom prst="rect">
            <a:avLst/>
          </a:prstGeom>
          <a:noFill/>
          <a:ln/>
        </p:spPr>
        <p:txBody>
          <a:bodyPr wrap="square" rtlCol="0" anchor="ctr"/>
          <a:lstStyle/>
          <a:p>
            <a:pPr indent="0" marL="0">
              <a:buNone/>
            </a:pPr>
            <a:r>
              <a:rPr lang="en-US" sz="850" b="1" dirty="0">
                <a:solidFill>
                  <a:srgbClr val="39FF14"/>
                </a:solidFill>
                <a:latin typeface="Courier New" pitchFamily="34" charset="0"/>
                <a:ea typeface="Courier New" pitchFamily="34" charset="-122"/>
                <a:cs typeface="Courier New" pitchFamily="34" charset="-120"/>
              </a:rPr>
              <a:t>DATE</a:t>
            </a:r>
            <a:endParaRPr lang="en-US" sz="850" dirty="0"/>
          </a:p>
        </p:txBody>
      </p:sp>
      <p:sp>
        <p:nvSpPr>
          <p:cNvPr id="28" name="Text 26"/>
          <p:cNvSpPr/>
          <p:nvPr/>
        </p:nvSpPr>
        <p:spPr>
          <a:xfrm>
            <a:off x="411480" y="1591056"/>
            <a:ext cx="2514600" cy="457200"/>
          </a:xfrm>
          <a:prstGeom prst="rect">
            <a:avLst/>
          </a:prstGeom>
          <a:noFill/>
          <a:ln/>
        </p:spPr>
        <p:txBody>
          <a:bodyPr wrap="square" rtlCol="0" anchor="ctr"/>
          <a:lstStyle/>
          <a:p>
            <a:pPr indent="0" marL="0">
              <a:buNone/>
            </a:pPr>
            <a:r>
              <a:rPr lang="en-US" sz="1050" dirty="0">
                <a:solidFill>
                  <a:srgbClr val="FFFFFF"/>
                </a:solidFill>
                <a:latin typeface="Arial" pitchFamily="34" charset="0"/>
                <a:ea typeface="Arial" pitchFamily="34" charset="-122"/>
                <a:cs typeface="Arial" pitchFamily="34" charset="-120"/>
              </a:rPr>
              <a:t>August 11–13, 2018</a:t>
            </a:r>
            <a:endParaRPr lang="en-US" sz="1050" dirty="0"/>
          </a:p>
        </p:txBody>
      </p:sp>
      <p:sp>
        <p:nvSpPr>
          <p:cNvPr id="29" name="Shape 27"/>
          <p:cNvSpPr/>
          <p:nvPr/>
        </p:nvSpPr>
        <p:spPr>
          <a:xfrm>
            <a:off x="3172968" y="1298448"/>
            <a:ext cx="2697480" cy="804672"/>
          </a:xfrm>
          <a:prstGeom prst="rect">
            <a:avLst/>
          </a:prstGeom>
          <a:solidFill>
            <a:srgbClr val="21262D"/>
          </a:solidFill>
          <a:ln w="15240">
            <a:solidFill>
              <a:srgbClr val="39FF14"/>
            </a:solidFill>
            <a:prstDash val="solid"/>
          </a:ln>
        </p:spPr>
      </p:sp>
      <p:sp>
        <p:nvSpPr>
          <p:cNvPr id="30" name="Text 28"/>
          <p:cNvSpPr/>
          <p:nvPr/>
        </p:nvSpPr>
        <p:spPr>
          <a:xfrm>
            <a:off x="3264408" y="1353312"/>
            <a:ext cx="2514600" cy="228600"/>
          </a:xfrm>
          <a:prstGeom prst="rect">
            <a:avLst/>
          </a:prstGeom>
          <a:noFill/>
          <a:ln/>
        </p:spPr>
        <p:txBody>
          <a:bodyPr wrap="square" rtlCol="0" anchor="ctr"/>
          <a:lstStyle/>
          <a:p>
            <a:pPr indent="0" marL="0">
              <a:buNone/>
            </a:pPr>
            <a:r>
              <a:rPr lang="en-US" sz="850" b="1" dirty="0">
                <a:solidFill>
                  <a:srgbClr val="39FF14"/>
                </a:solidFill>
                <a:latin typeface="Courier New" pitchFamily="34" charset="0"/>
                <a:ea typeface="Courier New" pitchFamily="34" charset="-122"/>
                <a:cs typeface="Courier New" pitchFamily="34" charset="-120"/>
              </a:rPr>
              <a:t>TARGET</a:t>
            </a:r>
            <a:endParaRPr lang="en-US" sz="850" dirty="0"/>
          </a:p>
        </p:txBody>
      </p:sp>
      <p:sp>
        <p:nvSpPr>
          <p:cNvPr id="31" name="Text 29"/>
          <p:cNvSpPr/>
          <p:nvPr/>
        </p:nvSpPr>
        <p:spPr>
          <a:xfrm>
            <a:off x="3264408" y="1591056"/>
            <a:ext cx="2514600" cy="457200"/>
          </a:xfrm>
          <a:prstGeom prst="rect">
            <a:avLst/>
          </a:prstGeom>
          <a:noFill/>
          <a:ln/>
        </p:spPr>
        <p:txBody>
          <a:bodyPr wrap="square" rtlCol="0" anchor="ctr"/>
          <a:lstStyle/>
          <a:p>
            <a:pPr indent="0" marL="0">
              <a:buNone/>
            </a:pPr>
            <a:r>
              <a:rPr lang="en-US" sz="1050" dirty="0">
                <a:solidFill>
                  <a:srgbClr val="FFFFFF"/>
                </a:solidFill>
                <a:latin typeface="Arial" pitchFamily="34" charset="0"/>
                <a:ea typeface="Arial" pitchFamily="34" charset="-122"/>
                <a:cs typeface="Arial" pitchFamily="34" charset="-120"/>
              </a:rPr>
              <a:t>Cosmos Cooperative Bank, Pune</a:t>
            </a:r>
            <a:endParaRPr lang="en-US" sz="1050" dirty="0"/>
          </a:p>
        </p:txBody>
      </p:sp>
      <p:sp>
        <p:nvSpPr>
          <p:cNvPr id="32" name="Shape 30"/>
          <p:cNvSpPr/>
          <p:nvPr/>
        </p:nvSpPr>
        <p:spPr>
          <a:xfrm>
            <a:off x="6025896" y="1298448"/>
            <a:ext cx="2697480" cy="804672"/>
          </a:xfrm>
          <a:prstGeom prst="rect">
            <a:avLst/>
          </a:prstGeom>
          <a:solidFill>
            <a:srgbClr val="21262D"/>
          </a:solidFill>
          <a:ln w="15240">
            <a:solidFill>
              <a:srgbClr val="39FF14"/>
            </a:solidFill>
            <a:prstDash val="solid"/>
          </a:ln>
        </p:spPr>
      </p:sp>
      <p:sp>
        <p:nvSpPr>
          <p:cNvPr id="33" name="Text 31"/>
          <p:cNvSpPr/>
          <p:nvPr/>
        </p:nvSpPr>
        <p:spPr>
          <a:xfrm>
            <a:off x="6117336" y="1353312"/>
            <a:ext cx="2514600" cy="228600"/>
          </a:xfrm>
          <a:prstGeom prst="rect">
            <a:avLst/>
          </a:prstGeom>
          <a:noFill/>
          <a:ln/>
        </p:spPr>
        <p:txBody>
          <a:bodyPr wrap="square" rtlCol="0" anchor="ctr"/>
          <a:lstStyle/>
          <a:p>
            <a:pPr indent="0" marL="0">
              <a:buNone/>
            </a:pPr>
            <a:r>
              <a:rPr lang="en-US" sz="850" b="1" dirty="0">
                <a:solidFill>
                  <a:srgbClr val="39FF14"/>
                </a:solidFill>
                <a:latin typeface="Courier New" pitchFamily="34" charset="0"/>
                <a:ea typeface="Courier New" pitchFamily="34" charset="-122"/>
                <a:cs typeface="Courier New" pitchFamily="34" charset="-120"/>
              </a:rPr>
              <a:t>ATTACK TYPE</a:t>
            </a:r>
            <a:endParaRPr lang="en-US" sz="850" dirty="0"/>
          </a:p>
        </p:txBody>
      </p:sp>
      <p:sp>
        <p:nvSpPr>
          <p:cNvPr id="34" name="Text 32"/>
          <p:cNvSpPr/>
          <p:nvPr/>
        </p:nvSpPr>
        <p:spPr>
          <a:xfrm>
            <a:off x="6117336" y="1591056"/>
            <a:ext cx="2514600" cy="457200"/>
          </a:xfrm>
          <a:prstGeom prst="rect">
            <a:avLst/>
          </a:prstGeom>
          <a:noFill/>
          <a:ln/>
        </p:spPr>
        <p:txBody>
          <a:bodyPr wrap="square" rtlCol="0" anchor="ctr"/>
          <a:lstStyle/>
          <a:p>
            <a:pPr indent="0" marL="0">
              <a:buNone/>
            </a:pPr>
            <a:r>
              <a:rPr lang="en-US" sz="1050" dirty="0">
                <a:solidFill>
                  <a:srgbClr val="FFFFFF"/>
                </a:solidFill>
                <a:latin typeface="Arial" pitchFamily="34" charset="0"/>
                <a:ea typeface="Arial" pitchFamily="34" charset="-122"/>
                <a:cs typeface="Arial" pitchFamily="34" charset="-120"/>
              </a:rPr>
              <a:t>ATM Switching Hack + SWIFT Fraud</a:t>
            </a:r>
            <a:endParaRPr lang="en-US" sz="1050" dirty="0"/>
          </a:p>
        </p:txBody>
      </p:sp>
      <p:sp>
        <p:nvSpPr>
          <p:cNvPr id="35" name="Shape 33"/>
          <p:cNvSpPr/>
          <p:nvPr/>
        </p:nvSpPr>
        <p:spPr>
          <a:xfrm>
            <a:off x="320040" y="2212848"/>
            <a:ext cx="2697480" cy="804672"/>
          </a:xfrm>
          <a:prstGeom prst="rect">
            <a:avLst/>
          </a:prstGeom>
          <a:solidFill>
            <a:srgbClr val="21262D"/>
          </a:solidFill>
          <a:ln w="15240">
            <a:solidFill>
              <a:srgbClr val="00F5FF"/>
            </a:solidFill>
            <a:prstDash val="solid"/>
          </a:ln>
        </p:spPr>
      </p:sp>
      <p:sp>
        <p:nvSpPr>
          <p:cNvPr id="36" name="Text 34"/>
          <p:cNvSpPr/>
          <p:nvPr/>
        </p:nvSpPr>
        <p:spPr>
          <a:xfrm>
            <a:off x="411480" y="2267712"/>
            <a:ext cx="2514600" cy="228600"/>
          </a:xfrm>
          <a:prstGeom prst="rect">
            <a:avLst/>
          </a:prstGeom>
          <a:noFill/>
          <a:ln/>
        </p:spPr>
        <p:txBody>
          <a:bodyPr wrap="square" rtlCol="0" anchor="ctr"/>
          <a:lstStyle/>
          <a:p>
            <a:pPr indent="0" marL="0">
              <a:buNone/>
            </a:pPr>
            <a:r>
              <a:rPr lang="en-US" sz="850" b="1" dirty="0">
                <a:solidFill>
                  <a:srgbClr val="00F5FF"/>
                </a:solidFill>
                <a:latin typeface="Courier New" pitchFamily="34" charset="0"/>
                <a:ea typeface="Courier New" pitchFamily="34" charset="-122"/>
                <a:cs typeface="Courier New" pitchFamily="34" charset="-120"/>
              </a:rPr>
              <a:t>AMOUNT STOLEN</a:t>
            </a:r>
            <a:endParaRPr lang="en-US" sz="850" dirty="0"/>
          </a:p>
        </p:txBody>
      </p:sp>
      <p:sp>
        <p:nvSpPr>
          <p:cNvPr id="37" name="Text 35"/>
          <p:cNvSpPr/>
          <p:nvPr/>
        </p:nvSpPr>
        <p:spPr>
          <a:xfrm>
            <a:off x="411480" y="2505456"/>
            <a:ext cx="2514600" cy="457200"/>
          </a:xfrm>
          <a:prstGeom prst="rect">
            <a:avLst/>
          </a:prstGeom>
          <a:noFill/>
          <a:ln/>
        </p:spPr>
        <p:txBody>
          <a:bodyPr wrap="square" rtlCol="0" anchor="ctr"/>
          <a:lstStyle/>
          <a:p>
            <a:pPr indent="0" marL="0">
              <a:buNone/>
            </a:pPr>
            <a:r>
              <a:rPr lang="en-US" sz="1050" dirty="0">
                <a:solidFill>
                  <a:srgbClr val="FFFFFF"/>
                </a:solidFill>
                <a:latin typeface="Arial" pitchFamily="34" charset="0"/>
                <a:ea typeface="Arial" pitchFamily="34" charset="-122"/>
                <a:cs typeface="Arial" pitchFamily="34" charset="-120"/>
              </a:rPr>
              <a:t>₹94.42 Crore (≈ USD 13.5 Million)</a:t>
            </a:r>
            <a:endParaRPr lang="en-US" sz="1050" dirty="0"/>
          </a:p>
        </p:txBody>
      </p:sp>
      <p:sp>
        <p:nvSpPr>
          <p:cNvPr id="38" name="Shape 36"/>
          <p:cNvSpPr/>
          <p:nvPr/>
        </p:nvSpPr>
        <p:spPr>
          <a:xfrm>
            <a:off x="3172968" y="2212848"/>
            <a:ext cx="2697480" cy="804672"/>
          </a:xfrm>
          <a:prstGeom prst="rect">
            <a:avLst/>
          </a:prstGeom>
          <a:solidFill>
            <a:srgbClr val="21262D"/>
          </a:solidFill>
          <a:ln w="15240">
            <a:solidFill>
              <a:srgbClr val="00F5FF"/>
            </a:solidFill>
            <a:prstDash val="solid"/>
          </a:ln>
        </p:spPr>
      </p:sp>
      <p:sp>
        <p:nvSpPr>
          <p:cNvPr id="39" name="Text 37"/>
          <p:cNvSpPr/>
          <p:nvPr/>
        </p:nvSpPr>
        <p:spPr>
          <a:xfrm>
            <a:off x="3264408" y="2267712"/>
            <a:ext cx="2514600" cy="228600"/>
          </a:xfrm>
          <a:prstGeom prst="rect">
            <a:avLst/>
          </a:prstGeom>
          <a:noFill/>
          <a:ln/>
        </p:spPr>
        <p:txBody>
          <a:bodyPr wrap="square" rtlCol="0" anchor="ctr"/>
          <a:lstStyle/>
          <a:p>
            <a:pPr indent="0" marL="0">
              <a:buNone/>
            </a:pPr>
            <a:r>
              <a:rPr lang="en-US" sz="850" b="1" dirty="0">
                <a:solidFill>
                  <a:srgbClr val="00F5FF"/>
                </a:solidFill>
                <a:latin typeface="Courier New" pitchFamily="34" charset="0"/>
                <a:ea typeface="Courier New" pitchFamily="34" charset="-122"/>
                <a:cs typeface="Courier New" pitchFamily="34" charset="-120"/>
              </a:rPr>
              <a:t>COUNTRIES</a:t>
            </a:r>
            <a:endParaRPr lang="en-US" sz="850" dirty="0"/>
          </a:p>
        </p:txBody>
      </p:sp>
      <p:sp>
        <p:nvSpPr>
          <p:cNvPr id="40" name="Text 38"/>
          <p:cNvSpPr/>
          <p:nvPr/>
        </p:nvSpPr>
        <p:spPr>
          <a:xfrm>
            <a:off x="3264408" y="2505456"/>
            <a:ext cx="2514600" cy="457200"/>
          </a:xfrm>
          <a:prstGeom prst="rect">
            <a:avLst/>
          </a:prstGeom>
          <a:noFill/>
          <a:ln/>
        </p:spPr>
        <p:txBody>
          <a:bodyPr wrap="square" rtlCol="0" anchor="ctr"/>
          <a:lstStyle/>
          <a:p>
            <a:pPr indent="0" marL="0">
              <a:buNone/>
            </a:pPr>
            <a:r>
              <a:rPr lang="en-US" sz="1050" dirty="0">
                <a:solidFill>
                  <a:srgbClr val="FFFFFF"/>
                </a:solidFill>
                <a:latin typeface="Arial" pitchFamily="34" charset="0"/>
                <a:ea typeface="Arial" pitchFamily="34" charset="-122"/>
                <a:cs typeface="Arial" pitchFamily="34" charset="-120"/>
              </a:rPr>
              <a:t>ATM withdrawals in 28 countries simultaneously</a:t>
            </a:r>
            <a:endParaRPr lang="en-US" sz="1050" dirty="0"/>
          </a:p>
        </p:txBody>
      </p:sp>
      <p:sp>
        <p:nvSpPr>
          <p:cNvPr id="41" name="Shape 39"/>
          <p:cNvSpPr/>
          <p:nvPr/>
        </p:nvSpPr>
        <p:spPr>
          <a:xfrm>
            <a:off x="6025896" y="2212848"/>
            <a:ext cx="2697480" cy="804672"/>
          </a:xfrm>
          <a:prstGeom prst="rect">
            <a:avLst/>
          </a:prstGeom>
          <a:solidFill>
            <a:srgbClr val="21262D"/>
          </a:solidFill>
          <a:ln w="15240">
            <a:solidFill>
              <a:srgbClr val="00F5FF"/>
            </a:solidFill>
            <a:prstDash val="solid"/>
          </a:ln>
        </p:spPr>
      </p:sp>
      <p:sp>
        <p:nvSpPr>
          <p:cNvPr id="42" name="Text 40"/>
          <p:cNvSpPr/>
          <p:nvPr/>
        </p:nvSpPr>
        <p:spPr>
          <a:xfrm>
            <a:off x="6117336" y="2267712"/>
            <a:ext cx="2514600" cy="228600"/>
          </a:xfrm>
          <a:prstGeom prst="rect">
            <a:avLst/>
          </a:prstGeom>
          <a:noFill/>
          <a:ln/>
        </p:spPr>
        <p:txBody>
          <a:bodyPr wrap="square" rtlCol="0" anchor="ctr"/>
          <a:lstStyle/>
          <a:p>
            <a:pPr indent="0" marL="0">
              <a:buNone/>
            </a:pPr>
            <a:r>
              <a:rPr lang="en-US" sz="850" b="1" dirty="0">
                <a:solidFill>
                  <a:srgbClr val="00F5FF"/>
                </a:solidFill>
                <a:latin typeface="Courier New" pitchFamily="34" charset="0"/>
                <a:ea typeface="Courier New" pitchFamily="34" charset="-122"/>
                <a:cs typeface="Courier New" pitchFamily="34" charset="-120"/>
              </a:rPr>
              <a:t>METHOD</a:t>
            </a:r>
            <a:endParaRPr lang="en-US" sz="850" dirty="0"/>
          </a:p>
        </p:txBody>
      </p:sp>
      <p:sp>
        <p:nvSpPr>
          <p:cNvPr id="43" name="Text 41"/>
          <p:cNvSpPr/>
          <p:nvPr/>
        </p:nvSpPr>
        <p:spPr>
          <a:xfrm>
            <a:off x="6117336" y="2505456"/>
            <a:ext cx="2514600" cy="457200"/>
          </a:xfrm>
          <a:prstGeom prst="rect">
            <a:avLst/>
          </a:prstGeom>
          <a:noFill/>
          <a:ln/>
        </p:spPr>
        <p:txBody>
          <a:bodyPr wrap="square" rtlCol="0" anchor="ctr"/>
          <a:lstStyle/>
          <a:p>
            <a:pPr indent="0" marL="0">
              <a:buNone/>
            </a:pPr>
            <a:r>
              <a:rPr lang="en-US" sz="1050" dirty="0">
                <a:solidFill>
                  <a:srgbClr val="FFFFFF"/>
                </a:solidFill>
                <a:latin typeface="Arial" pitchFamily="34" charset="0"/>
                <a:ea typeface="Arial" pitchFamily="34" charset="-122"/>
                <a:cs typeface="Arial" pitchFamily="34" charset="-120"/>
              </a:rPr>
              <a:t>450 cloned Visa debit cards used in hours</a:t>
            </a:r>
            <a:endParaRPr lang="en-US" sz="1050" dirty="0"/>
          </a:p>
        </p:txBody>
      </p:sp>
      <p:sp>
        <p:nvSpPr>
          <p:cNvPr id="44" name="Shape 42"/>
          <p:cNvSpPr/>
          <p:nvPr/>
        </p:nvSpPr>
        <p:spPr>
          <a:xfrm>
            <a:off x="320040" y="3218688"/>
            <a:ext cx="5349240" cy="1572768"/>
          </a:xfrm>
          <a:prstGeom prst="rect">
            <a:avLst/>
          </a:prstGeom>
          <a:solidFill>
            <a:srgbClr val="001A0A"/>
          </a:solidFill>
          <a:ln w="19050">
            <a:solidFill>
              <a:srgbClr val="39FF14"/>
            </a:solidFill>
            <a:prstDash val="solid"/>
          </a:ln>
        </p:spPr>
      </p:sp>
      <p:sp>
        <p:nvSpPr>
          <p:cNvPr id="45" name="Text 43"/>
          <p:cNvSpPr/>
          <p:nvPr/>
        </p:nvSpPr>
        <p:spPr>
          <a:xfrm>
            <a:off x="411480" y="3273552"/>
            <a:ext cx="5166360" cy="256032"/>
          </a:xfrm>
          <a:prstGeom prst="rect">
            <a:avLst/>
          </a:prstGeom>
          <a:noFill/>
          <a:ln/>
        </p:spPr>
        <p:txBody>
          <a:bodyPr wrap="square" rtlCol="0" anchor="ctr"/>
          <a:lstStyle/>
          <a:p>
            <a:pPr indent="0" marL="0">
              <a:buNone/>
            </a:pPr>
            <a:r>
              <a:rPr lang="en-US" sz="900" b="1" dirty="0">
                <a:solidFill>
                  <a:srgbClr val="39FF14"/>
                </a:solidFill>
                <a:latin typeface="Courier New" pitchFamily="34" charset="0"/>
                <a:ea typeface="Courier New" pitchFamily="34" charset="-122"/>
                <a:cs typeface="Courier New" pitchFamily="34" charset="-120"/>
              </a:rPr>
              <a:t>WHAT HAPPENED</a:t>
            </a:r>
            <a:endParaRPr lang="en-US" sz="900" dirty="0"/>
          </a:p>
        </p:txBody>
      </p:sp>
      <p:sp>
        <p:nvSpPr>
          <p:cNvPr id="46" name="Text 44"/>
          <p:cNvSpPr/>
          <p:nvPr/>
        </p:nvSpPr>
        <p:spPr>
          <a:xfrm>
            <a:off x="411480" y="3547872"/>
            <a:ext cx="5166360" cy="1170432"/>
          </a:xfrm>
          <a:prstGeom prst="rect">
            <a:avLst/>
          </a:prstGeom>
          <a:noFill/>
          <a:ln/>
        </p:spPr>
        <p:txBody>
          <a:bodyPr wrap="square" rtlCol="0" anchor="ctr"/>
          <a:lstStyle/>
          <a:p>
            <a:pPr indent="0" marL="0">
              <a:buNone/>
            </a:pPr>
            <a:r>
              <a:rPr lang="en-US" sz="1000" dirty="0">
                <a:solidFill>
                  <a:srgbClr val="C9D1D9"/>
                </a:solidFill>
                <a:latin typeface="Arial" pitchFamily="34" charset="0"/>
                <a:ea typeface="Arial" pitchFamily="34" charset="-122"/>
                <a:cs typeface="Arial" pitchFamily="34" charset="-120"/>
              </a:rPr>
              <a:t>Hackers installed malware on Cosmos Bank's ATM server. They then simultaneously withdrew cash from ATMs in 28 countries using 450 cloned debit cards — all within hours. Separately, fraudulent SWIFT messages transferred money to Hong Kong. One of the largest bank cyber heists in Indian history.</a:t>
            </a:r>
            <a:endParaRPr lang="en-US" sz="1000" dirty="0"/>
          </a:p>
        </p:txBody>
      </p:sp>
      <p:sp>
        <p:nvSpPr>
          <p:cNvPr id="47" name="Shape 45"/>
          <p:cNvSpPr/>
          <p:nvPr/>
        </p:nvSpPr>
        <p:spPr>
          <a:xfrm>
            <a:off x="5806440" y="3218688"/>
            <a:ext cx="3017520" cy="1572768"/>
          </a:xfrm>
          <a:prstGeom prst="rect">
            <a:avLst/>
          </a:prstGeom>
          <a:solidFill>
            <a:srgbClr val="0A1A0A"/>
          </a:solidFill>
          <a:ln w="19050">
            <a:solidFill>
              <a:srgbClr val="39FF14"/>
            </a:solidFill>
            <a:prstDash val="solid"/>
          </a:ln>
        </p:spPr>
      </p:sp>
      <p:sp>
        <p:nvSpPr>
          <p:cNvPr id="48" name="Text 46"/>
          <p:cNvSpPr/>
          <p:nvPr/>
        </p:nvSpPr>
        <p:spPr>
          <a:xfrm>
            <a:off x="5897880" y="3273552"/>
            <a:ext cx="2834640" cy="256032"/>
          </a:xfrm>
          <a:prstGeom prst="rect">
            <a:avLst/>
          </a:prstGeom>
          <a:noFill/>
          <a:ln/>
        </p:spPr>
        <p:txBody>
          <a:bodyPr wrap="square" rtlCol="0" anchor="ctr"/>
          <a:lstStyle/>
          <a:p>
            <a:pPr indent="0" marL="0">
              <a:buNone/>
            </a:pPr>
            <a:r>
              <a:rPr lang="en-US" sz="900" b="1" dirty="0">
                <a:solidFill>
                  <a:srgbClr val="39FF14"/>
                </a:solidFill>
                <a:latin typeface="Courier New" pitchFamily="34" charset="0"/>
                <a:ea typeface="Courier New" pitchFamily="34" charset="-122"/>
                <a:cs typeface="Courier New" pitchFamily="34" charset="-120"/>
              </a:rPr>
              <a:t>💡 LESSON LEARNED</a:t>
            </a:r>
            <a:endParaRPr lang="en-US" sz="900" dirty="0"/>
          </a:p>
        </p:txBody>
      </p:sp>
      <p:sp>
        <p:nvSpPr>
          <p:cNvPr id="49" name="Text 47"/>
          <p:cNvSpPr/>
          <p:nvPr/>
        </p:nvSpPr>
        <p:spPr>
          <a:xfrm>
            <a:off x="5897880" y="3547872"/>
            <a:ext cx="2834640" cy="1170432"/>
          </a:xfrm>
          <a:prstGeom prst="rect">
            <a:avLst/>
          </a:prstGeom>
          <a:noFill/>
          <a:ln/>
        </p:spPr>
        <p:txBody>
          <a:bodyPr wrap="square" rtlCol="0" anchor="ctr"/>
          <a:lstStyle/>
          <a:p>
            <a:pPr indent="0" marL="0">
              <a:buNone/>
            </a:pPr>
            <a:r>
              <a:rPr lang="en-US" sz="1000" dirty="0">
                <a:solidFill>
                  <a:srgbClr val="C9D1D9"/>
                </a:solidFill>
                <a:latin typeface="Arial" pitchFamily="34" charset="0"/>
                <a:ea typeface="Arial" pitchFamily="34" charset="-122"/>
                <a:cs typeface="Arial" pitchFamily="34" charset="-120"/>
              </a:rPr>
              <a:t>Banks must monitor unusual transaction patterns in real time. Network segmentation is critical — ATM systems should be isolated from the main banking network.</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0A0F"/>
        </a:solidFill>
      </p:bgPr>
    </p:bg>
    <p:spTree>
      <p:nvGrpSpPr>
        <p:cNvPr id="1" name=""/>
        <p:cNvGrpSpPr/>
        <p:nvPr/>
      </p:nvGrpSpPr>
      <p:grpSpPr>
        <a:xfrm>
          <a:off x="0" y="0"/>
          <a:ext cx="0" cy="0"/>
          <a:chOff x="0" y="0"/>
          <a:chExt cx="0" cy="0"/>
        </a:xfrm>
      </p:grpSpPr>
      <p:sp>
        <p:nvSpPr>
          <p:cNvPr id="2" name="Shape 0"/>
          <p:cNvSpPr/>
          <p:nvPr/>
        </p:nvSpPr>
        <p:spPr>
          <a:xfrm>
            <a:off x="0" y="0"/>
            <a:ext cx="0" cy="5143500"/>
          </a:xfrm>
          <a:prstGeom prst="line">
            <a:avLst/>
          </a:prstGeom>
          <a:noFill/>
          <a:ln w="1905">
            <a:solidFill>
              <a:srgbClr val="00F5FF">
                <a:alpha val="15000"/>
              </a:srgbClr>
            </a:solidFill>
            <a:prstDash val="solid"/>
          </a:ln>
        </p:spPr>
      </p:sp>
      <p:sp>
        <p:nvSpPr>
          <p:cNvPr id="3" name="Shape 1"/>
          <p:cNvSpPr/>
          <p:nvPr/>
        </p:nvSpPr>
        <p:spPr>
          <a:xfrm>
            <a:off x="1005840" y="0"/>
            <a:ext cx="0" cy="5143500"/>
          </a:xfrm>
          <a:prstGeom prst="line">
            <a:avLst/>
          </a:prstGeom>
          <a:noFill/>
          <a:ln w="1905">
            <a:solidFill>
              <a:srgbClr val="00F5FF">
                <a:alpha val="15000"/>
              </a:srgbClr>
            </a:solidFill>
            <a:prstDash val="solid"/>
          </a:ln>
        </p:spPr>
      </p:sp>
      <p:sp>
        <p:nvSpPr>
          <p:cNvPr id="4" name="Shape 2"/>
          <p:cNvSpPr/>
          <p:nvPr/>
        </p:nvSpPr>
        <p:spPr>
          <a:xfrm>
            <a:off x="2011680" y="0"/>
            <a:ext cx="0" cy="5143500"/>
          </a:xfrm>
          <a:prstGeom prst="line">
            <a:avLst/>
          </a:prstGeom>
          <a:noFill/>
          <a:ln w="1905">
            <a:solidFill>
              <a:srgbClr val="00F5FF">
                <a:alpha val="15000"/>
              </a:srgbClr>
            </a:solidFill>
            <a:prstDash val="solid"/>
          </a:ln>
        </p:spPr>
      </p:sp>
      <p:sp>
        <p:nvSpPr>
          <p:cNvPr id="5" name="Shape 3"/>
          <p:cNvSpPr/>
          <p:nvPr/>
        </p:nvSpPr>
        <p:spPr>
          <a:xfrm>
            <a:off x="3017520" y="0"/>
            <a:ext cx="0" cy="5143500"/>
          </a:xfrm>
          <a:prstGeom prst="line">
            <a:avLst/>
          </a:prstGeom>
          <a:noFill/>
          <a:ln w="1905">
            <a:solidFill>
              <a:srgbClr val="00F5FF">
                <a:alpha val="15000"/>
              </a:srgbClr>
            </a:solidFill>
            <a:prstDash val="solid"/>
          </a:ln>
        </p:spPr>
      </p:sp>
      <p:sp>
        <p:nvSpPr>
          <p:cNvPr id="6" name="Shape 4"/>
          <p:cNvSpPr/>
          <p:nvPr/>
        </p:nvSpPr>
        <p:spPr>
          <a:xfrm>
            <a:off x="4023360" y="0"/>
            <a:ext cx="0" cy="5143500"/>
          </a:xfrm>
          <a:prstGeom prst="line">
            <a:avLst/>
          </a:prstGeom>
          <a:noFill/>
          <a:ln w="1905">
            <a:solidFill>
              <a:srgbClr val="00F5FF">
                <a:alpha val="15000"/>
              </a:srgbClr>
            </a:solidFill>
            <a:prstDash val="solid"/>
          </a:ln>
        </p:spPr>
      </p:sp>
      <p:sp>
        <p:nvSpPr>
          <p:cNvPr id="7" name="Shape 5"/>
          <p:cNvSpPr/>
          <p:nvPr/>
        </p:nvSpPr>
        <p:spPr>
          <a:xfrm>
            <a:off x="5029200" y="0"/>
            <a:ext cx="0" cy="5143500"/>
          </a:xfrm>
          <a:prstGeom prst="line">
            <a:avLst/>
          </a:prstGeom>
          <a:noFill/>
          <a:ln w="1905">
            <a:solidFill>
              <a:srgbClr val="00F5FF">
                <a:alpha val="15000"/>
              </a:srgbClr>
            </a:solidFill>
            <a:prstDash val="solid"/>
          </a:ln>
        </p:spPr>
      </p:sp>
      <p:sp>
        <p:nvSpPr>
          <p:cNvPr id="8" name="Shape 6"/>
          <p:cNvSpPr/>
          <p:nvPr/>
        </p:nvSpPr>
        <p:spPr>
          <a:xfrm>
            <a:off x="6035040" y="0"/>
            <a:ext cx="0" cy="5143500"/>
          </a:xfrm>
          <a:prstGeom prst="line">
            <a:avLst/>
          </a:prstGeom>
          <a:noFill/>
          <a:ln w="1905">
            <a:solidFill>
              <a:srgbClr val="00F5FF">
                <a:alpha val="15000"/>
              </a:srgbClr>
            </a:solidFill>
            <a:prstDash val="solid"/>
          </a:ln>
        </p:spPr>
      </p:sp>
      <p:sp>
        <p:nvSpPr>
          <p:cNvPr id="9" name="Shape 7"/>
          <p:cNvSpPr/>
          <p:nvPr/>
        </p:nvSpPr>
        <p:spPr>
          <a:xfrm>
            <a:off x="7040880" y="0"/>
            <a:ext cx="0" cy="5143500"/>
          </a:xfrm>
          <a:prstGeom prst="line">
            <a:avLst/>
          </a:prstGeom>
          <a:noFill/>
          <a:ln w="1905">
            <a:solidFill>
              <a:srgbClr val="00F5FF">
                <a:alpha val="15000"/>
              </a:srgbClr>
            </a:solidFill>
            <a:prstDash val="solid"/>
          </a:ln>
        </p:spPr>
      </p:sp>
      <p:sp>
        <p:nvSpPr>
          <p:cNvPr id="10" name="Shape 8"/>
          <p:cNvSpPr/>
          <p:nvPr/>
        </p:nvSpPr>
        <p:spPr>
          <a:xfrm>
            <a:off x="8046720" y="0"/>
            <a:ext cx="0" cy="5143500"/>
          </a:xfrm>
          <a:prstGeom prst="line">
            <a:avLst/>
          </a:prstGeom>
          <a:noFill/>
          <a:ln w="1905">
            <a:solidFill>
              <a:srgbClr val="00F5FF">
                <a:alpha val="15000"/>
              </a:srgbClr>
            </a:solidFill>
            <a:prstDash val="solid"/>
          </a:ln>
        </p:spPr>
      </p:sp>
      <p:sp>
        <p:nvSpPr>
          <p:cNvPr id="11" name="Shape 9"/>
          <p:cNvSpPr/>
          <p:nvPr/>
        </p:nvSpPr>
        <p:spPr>
          <a:xfrm>
            <a:off x="9052560" y="0"/>
            <a:ext cx="0" cy="5143500"/>
          </a:xfrm>
          <a:prstGeom prst="line">
            <a:avLst/>
          </a:prstGeom>
          <a:noFill/>
          <a:ln w="1905">
            <a:solidFill>
              <a:srgbClr val="00F5FF">
                <a:alpha val="15000"/>
              </a:srgbClr>
            </a:solidFill>
            <a:prstDash val="solid"/>
          </a:ln>
        </p:spPr>
      </p:sp>
      <p:sp>
        <p:nvSpPr>
          <p:cNvPr id="12" name="Shape 10"/>
          <p:cNvSpPr/>
          <p:nvPr/>
        </p:nvSpPr>
        <p:spPr>
          <a:xfrm>
            <a:off x="0" y="0"/>
            <a:ext cx="9144000" cy="0"/>
          </a:xfrm>
          <a:prstGeom prst="line">
            <a:avLst/>
          </a:prstGeom>
          <a:noFill/>
          <a:ln w="1905">
            <a:solidFill>
              <a:srgbClr val="00F5FF">
                <a:alpha val="15000"/>
              </a:srgbClr>
            </a:solidFill>
            <a:prstDash val="solid"/>
          </a:ln>
        </p:spPr>
      </p:sp>
      <p:sp>
        <p:nvSpPr>
          <p:cNvPr id="13" name="Shape 11"/>
          <p:cNvSpPr/>
          <p:nvPr/>
        </p:nvSpPr>
        <p:spPr>
          <a:xfrm>
            <a:off x="0" y="914400"/>
            <a:ext cx="9144000" cy="0"/>
          </a:xfrm>
          <a:prstGeom prst="line">
            <a:avLst/>
          </a:prstGeom>
          <a:noFill/>
          <a:ln w="1905">
            <a:solidFill>
              <a:srgbClr val="00F5FF">
                <a:alpha val="15000"/>
              </a:srgbClr>
            </a:solidFill>
            <a:prstDash val="solid"/>
          </a:ln>
        </p:spPr>
      </p:sp>
      <p:sp>
        <p:nvSpPr>
          <p:cNvPr id="14" name="Shape 12"/>
          <p:cNvSpPr/>
          <p:nvPr/>
        </p:nvSpPr>
        <p:spPr>
          <a:xfrm>
            <a:off x="0" y="1828800"/>
            <a:ext cx="9144000" cy="0"/>
          </a:xfrm>
          <a:prstGeom prst="line">
            <a:avLst/>
          </a:prstGeom>
          <a:noFill/>
          <a:ln w="1905">
            <a:solidFill>
              <a:srgbClr val="00F5FF">
                <a:alpha val="15000"/>
              </a:srgbClr>
            </a:solidFill>
            <a:prstDash val="solid"/>
          </a:ln>
        </p:spPr>
      </p:sp>
      <p:sp>
        <p:nvSpPr>
          <p:cNvPr id="15" name="Shape 13"/>
          <p:cNvSpPr/>
          <p:nvPr/>
        </p:nvSpPr>
        <p:spPr>
          <a:xfrm>
            <a:off x="0" y="2743200"/>
            <a:ext cx="9144000" cy="0"/>
          </a:xfrm>
          <a:prstGeom prst="line">
            <a:avLst/>
          </a:prstGeom>
          <a:noFill/>
          <a:ln w="1905">
            <a:solidFill>
              <a:srgbClr val="00F5FF">
                <a:alpha val="15000"/>
              </a:srgbClr>
            </a:solidFill>
            <a:prstDash val="solid"/>
          </a:ln>
        </p:spPr>
      </p:sp>
      <p:sp>
        <p:nvSpPr>
          <p:cNvPr id="16" name="Shape 14"/>
          <p:cNvSpPr/>
          <p:nvPr/>
        </p:nvSpPr>
        <p:spPr>
          <a:xfrm>
            <a:off x="0" y="3657600"/>
            <a:ext cx="9144000" cy="0"/>
          </a:xfrm>
          <a:prstGeom prst="line">
            <a:avLst/>
          </a:prstGeom>
          <a:noFill/>
          <a:ln w="1905">
            <a:solidFill>
              <a:srgbClr val="00F5FF">
                <a:alpha val="15000"/>
              </a:srgbClr>
            </a:solidFill>
            <a:prstDash val="solid"/>
          </a:ln>
        </p:spPr>
      </p:sp>
      <p:sp>
        <p:nvSpPr>
          <p:cNvPr id="17" name="Shape 15"/>
          <p:cNvSpPr/>
          <p:nvPr/>
        </p:nvSpPr>
        <p:spPr>
          <a:xfrm>
            <a:off x="0" y="4572000"/>
            <a:ext cx="9144000" cy="0"/>
          </a:xfrm>
          <a:prstGeom prst="line">
            <a:avLst/>
          </a:prstGeom>
          <a:noFill/>
          <a:ln w="1905">
            <a:solidFill>
              <a:srgbClr val="00F5FF">
                <a:alpha val="15000"/>
              </a:srgbClr>
            </a:solidFill>
            <a:prstDash val="solid"/>
          </a:ln>
        </p:spPr>
      </p:sp>
      <p:sp>
        <p:nvSpPr>
          <p:cNvPr id="18" name="Shape 16"/>
          <p:cNvSpPr/>
          <p:nvPr/>
        </p:nvSpPr>
        <p:spPr>
          <a:xfrm>
            <a:off x="0" y="0"/>
            <a:ext cx="9144000" cy="73152"/>
          </a:xfrm>
          <a:prstGeom prst="rect">
            <a:avLst/>
          </a:prstGeom>
          <a:solidFill>
            <a:srgbClr val="00F5FF"/>
          </a:solidFill>
          <a:ln w="12700">
            <a:solidFill>
              <a:srgbClr val="00F5FF"/>
            </a:solidFill>
            <a:prstDash val="solid"/>
          </a:ln>
        </p:spPr>
      </p:sp>
      <p:sp>
        <p:nvSpPr>
          <p:cNvPr id="19" name="Shape 17"/>
          <p:cNvSpPr/>
          <p:nvPr/>
        </p:nvSpPr>
        <p:spPr>
          <a:xfrm>
            <a:off x="0" y="5070348"/>
            <a:ext cx="9144000" cy="73152"/>
          </a:xfrm>
          <a:prstGeom prst="rect">
            <a:avLst/>
          </a:prstGeom>
          <a:solidFill>
            <a:srgbClr val="00F5FF"/>
          </a:solidFill>
          <a:ln w="12700">
            <a:solidFill>
              <a:srgbClr val="00F5FF"/>
            </a:solidFill>
            <a:prstDash val="solid"/>
          </a:ln>
        </p:spPr>
      </p:sp>
      <p:sp>
        <p:nvSpPr>
          <p:cNvPr id="20" name="Shape 18"/>
          <p:cNvSpPr/>
          <p:nvPr/>
        </p:nvSpPr>
        <p:spPr>
          <a:xfrm>
            <a:off x="320040" y="164592"/>
            <a:ext cx="45720" cy="384048"/>
          </a:xfrm>
          <a:prstGeom prst="rect">
            <a:avLst/>
          </a:prstGeom>
          <a:solidFill>
            <a:srgbClr val="00F5FF"/>
          </a:solidFill>
          <a:ln w="12700">
            <a:solidFill>
              <a:srgbClr val="00F5FF"/>
            </a:solidFill>
            <a:prstDash val="solid"/>
          </a:ln>
        </p:spPr>
      </p:sp>
      <p:sp>
        <p:nvSpPr>
          <p:cNvPr id="21" name="Text 19"/>
          <p:cNvSpPr/>
          <p:nvPr/>
        </p:nvSpPr>
        <p:spPr>
          <a:xfrm>
            <a:off x="457200" y="155448"/>
            <a:ext cx="5486400" cy="411480"/>
          </a:xfrm>
          <a:prstGeom prst="rect">
            <a:avLst/>
          </a:prstGeom>
          <a:noFill/>
          <a:ln/>
        </p:spPr>
        <p:txBody>
          <a:bodyPr wrap="square" rtlCol="0" anchor="ctr"/>
          <a:lstStyle/>
          <a:p>
            <a:pPr indent="0" marL="0">
              <a:buNone/>
            </a:pPr>
            <a:r>
              <a:rPr lang="en-US" sz="1100" b="1" spc="300" kern="0" dirty="0">
                <a:solidFill>
                  <a:srgbClr val="00F5FF"/>
                </a:solidFill>
                <a:latin typeface="Courier New" pitchFamily="34" charset="0"/>
                <a:ea typeface="Courier New" pitchFamily="34" charset="-122"/>
                <a:cs typeface="Courier New" pitchFamily="34" charset="-120"/>
              </a:rPr>
              <a:t>07  //  CONCLUSION</a:t>
            </a:r>
            <a:endParaRPr lang="en-US" sz="1100" dirty="0"/>
          </a:p>
        </p:txBody>
      </p:sp>
      <p:sp>
        <p:nvSpPr>
          <p:cNvPr id="22" name="Text 20"/>
          <p:cNvSpPr/>
          <p:nvPr/>
        </p:nvSpPr>
        <p:spPr>
          <a:xfrm>
            <a:off x="8046720" y="4828032"/>
            <a:ext cx="914400" cy="228600"/>
          </a:xfrm>
          <a:prstGeom prst="rect">
            <a:avLst/>
          </a:prstGeom>
          <a:noFill/>
          <a:ln/>
        </p:spPr>
        <p:txBody>
          <a:bodyPr wrap="square" rtlCol="0" anchor="ctr"/>
          <a:lstStyle/>
          <a:p>
            <a:pPr algn="r" indent="0" marL="0">
              <a:buNone/>
            </a:pPr>
            <a:r>
              <a:rPr lang="en-US" sz="900" dirty="0">
                <a:solidFill>
                  <a:srgbClr val="8B949E"/>
                </a:solidFill>
                <a:latin typeface="Courier New" pitchFamily="34" charset="0"/>
                <a:ea typeface="Courier New" pitchFamily="34" charset="-122"/>
                <a:cs typeface="Courier New" pitchFamily="34" charset="-120"/>
              </a:rPr>
              <a:t>11 / 12</a:t>
            </a:r>
            <a:endParaRPr lang="en-US" sz="900" dirty="0"/>
          </a:p>
        </p:txBody>
      </p:sp>
      <p:sp>
        <p:nvSpPr>
          <p:cNvPr id="23" name="Text 21"/>
          <p:cNvSpPr/>
          <p:nvPr/>
        </p:nvSpPr>
        <p:spPr>
          <a:xfrm>
            <a:off x="320040" y="502920"/>
            <a:ext cx="8229600" cy="548640"/>
          </a:xfrm>
          <a:prstGeom prst="rect">
            <a:avLst/>
          </a:prstGeom>
          <a:noFill/>
          <a:ln/>
        </p:spPr>
        <p:txBody>
          <a:bodyPr wrap="square" rtlCol="0" anchor="ctr"/>
          <a:lstStyle/>
          <a:p>
            <a:pPr indent="0" marL="0">
              <a:buNone/>
            </a:pPr>
            <a:r>
              <a:rPr lang="en-US" sz="3000" b="1" dirty="0">
                <a:solidFill>
                  <a:srgbClr val="FFFFFF"/>
                </a:solidFill>
                <a:latin typeface="Arial Black" pitchFamily="34" charset="0"/>
                <a:ea typeface="Arial Black" pitchFamily="34" charset="-122"/>
                <a:cs typeface="Arial Black" pitchFamily="34" charset="-120"/>
              </a:rPr>
              <a:t>Conclusion</a:t>
            </a:r>
            <a:endParaRPr lang="en-US" sz="3000" dirty="0"/>
          </a:p>
        </p:txBody>
      </p:sp>
      <p:sp>
        <p:nvSpPr>
          <p:cNvPr id="24" name="Shape 22"/>
          <p:cNvSpPr/>
          <p:nvPr/>
        </p:nvSpPr>
        <p:spPr>
          <a:xfrm>
            <a:off x="320040" y="1097280"/>
            <a:ext cx="8503920" cy="960120"/>
          </a:xfrm>
          <a:prstGeom prst="rect">
            <a:avLst/>
          </a:prstGeom>
          <a:solidFill>
            <a:srgbClr val="21262D"/>
          </a:solidFill>
          <a:ln w="19050">
            <a:solidFill>
              <a:srgbClr val="00F5FF"/>
            </a:solidFill>
            <a:prstDash val="solid"/>
          </a:ln>
        </p:spPr>
      </p:sp>
      <p:sp>
        <p:nvSpPr>
          <p:cNvPr id="25" name="Shape 23"/>
          <p:cNvSpPr/>
          <p:nvPr/>
        </p:nvSpPr>
        <p:spPr>
          <a:xfrm>
            <a:off x="320040" y="1097280"/>
            <a:ext cx="54864" cy="960120"/>
          </a:xfrm>
          <a:prstGeom prst="rect">
            <a:avLst/>
          </a:prstGeom>
          <a:solidFill>
            <a:srgbClr val="00F5FF"/>
          </a:solidFill>
          <a:ln w="12700">
            <a:solidFill>
              <a:srgbClr val="00F5FF"/>
            </a:solidFill>
            <a:prstDash val="solid"/>
          </a:ln>
        </p:spPr>
      </p:sp>
      <p:sp>
        <p:nvSpPr>
          <p:cNvPr id="26" name="Text 24"/>
          <p:cNvSpPr/>
          <p:nvPr/>
        </p:nvSpPr>
        <p:spPr>
          <a:xfrm>
            <a:off x="502920" y="1115568"/>
            <a:ext cx="8229600" cy="914400"/>
          </a:xfrm>
          <a:prstGeom prst="rect">
            <a:avLst/>
          </a:prstGeom>
          <a:noFill/>
          <a:ln/>
        </p:spPr>
        <p:txBody>
          <a:bodyPr wrap="square" rtlCol="0" anchor="ctr"/>
          <a:lstStyle/>
          <a:p>
            <a:pPr indent="0" marL="0">
              <a:buNone/>
            </a:pPr>
            <a:r>
              <a:rPr lang="en-US" sz="1200" dirty="0">
                <a:solidFill>
                  <a:srgbClr val="C9D1D9"/>
                </a:solidFill>
                <a:latin typeface="Arial" pitchFamily="34" charset="0"/>
                <a:ea typeface="Arial" pitchFamily="34" charset="-122"/>
                <a:cs typeface="Arial" pitchFamily="34" charset="-120"/>
              </a:rPr>
              <a:t>Cyber security is no longer optional — it is an essential life skill. As more of our lives move online, the threat grows. The good news is that most attacks can be prevented with awareness and simple habits.</a:t>
            </a:r>
            <a:endParaRPr lang="en-US" sz="1200" dirty="0"/>
          </a:p>
        </p:txBody>
      </p:sp>
      <p:sp>
        <p:nvSpPr>
          <p:cNvPr id="27" name="Text 25"/>
          <p:cNvSpPr/>
          <p:nvPr/>
        </p:nvSpPr>
        <p:spPr>
          <a:xfrm>
            <a:off x="320040" y="2176272"/>
            <a:ext cx="3657600" cy="274320"/>
          </a:xfrm>
          <a:prstGeom prst="rect">
            <a:avLst/>
          </a:prstGeom>
          <a:noFill/>
          <a:ln/>
        </p:spPr>
        <p:txBody>
          <a:bodyPr wrap="square" rtlCol="0" anchor="ctr"/>
          <a:lstStyle/>
          <a:p>
            <a:pPr indent="0" marL="0">
              <a:buNone/>
            </a:pPr>
            <a:r>
              <a:rPr lang="en-US" sz="1000" b="1" dirty="0">
                <a:solidFill>
                  <a:srgbClr val="00F5FF"/>
                </a:solidFill>
                <a:latin typeface="Courier New" pitchFamily="34" charset="0"/>
                <a:ea typeface="Courier New" pitchFamily="34" charset="-122"/>
                <a:cs typeface="Courier New" pitchFamily="34" charset="-120"/>
              </a:rPr>
              <a:t>Key Takeaways:</a:t>
            </a:r>
            <a:endParaRPr lang="en-US" sz="1000" dirty="0"/>
          </a:p>
        </p:txBody>
      </p:sp>
      <p:sp>
        <p:nvSpPr>
          <p:cNvPr id="28" name="Shape 26"/>
          <p:cNvSpPr/>
          <p:nvPr/>
        </p:nvSpPr>
        <p:spPr>
          <a:xfrm>
            <a:off x="320040" y="2487168"/>
            <a:ext cx="384048" cy="384048"/>
          </a:xfrm>
          <a:prstGeom prst="rect">
            <a:avLst/>
          </a:prstGeom>
          <a:solidFill>
            <a:srgbClr val="00F5FF"/>
          </a:solidFill>
          <a:ln w="12700">
            <a:solidFill>
              <a:srgbClr val="00F5FF"/>
            </a:solidFill>
            <a:prstDash val="solid"/>
          </a:ln>
        </p:spPr>
      </p:sp>
      <p:sp>
        <p:nvSpPr>
          <p:cNvPr id="29" name="Text 27"/>
          <p:cNvSpPr/>
          <p:nvPr/>
        </p:nvSpPr>
        <p:spPr>
          <a:xfrm>
            <a:off x="320040" y="2487168"/>
            <a:ext cx="384048" cy="384048"/>
          </a:xfrm>
          <a:prstGeom prst="rect">
            <a:avLst/>
          </a:prstGeom>
          <a:noFill/>
          <a:ln/>
        </p:spPr>
        <p:txBody>
          <a:bodyPr wrap="square" rtlCol="0" anchor="ctr"/>
          <a:lstStyle/>
          <a:p>
            <a:pPr algn="ctr" indent="0" marL="0">
              <a:buNone/>
            </a:pPr>
            <a:r>
              <a:rPr lang="en-US" sz="1100" b="1" dirty="0">
                <a:solidFill>
                  <a:srgbClr val="0A0A0F"/>
                </a:solidFill>
                <a:latin typeface="Arial Black" pitchFamily="34" charset="0"/>
                <a:ea typeface="Arial Black" pitchFamily="34" charset="-122"/>
                <a:cs typeface="Arial Black" pitchFamily="34" charset="-120"/>
              </a:rPr>
              <a:t>01</a:t>
            </a:r>
            <a:endParaRPr lang="en-US" sz="1100" dirty="0"/>
          </a:p>
        </p:txBody>
      </p:sp>
      <p:sp>
        <p:nvSpPr>
          <p:cNvPr id="30" name="Text 28"/>
          <p:cNvSpPr/>
          <p:nvPr/>
        </p:nvSpPr>
        <p:spPr>
          <a:xfrm>
            <a:off x="804672" y="2514600"/>
            <a:ext cx="8001000" cy="329184"/>
          </a:xfrm>
          <a:prstGeom prst="rect">
            <a:avLst/>
          </a:prstGeom>
          <a:noFill/>
          <a:ln/>
        </p:spPr>
        <p:txBody>
          <a:bodyPr wrap="square" rtlCol="0" anchor="ctr"/>
          <a:lstStyle/>
          <a:p>
            <a:pPr indent="0" marL="0">
              <a:buNone/>
            </a:pPr>
            <a:r>
              <a:rPr lang="en-US" sz="1150" dirty="0">
                <a:solidFill>
                  <a:srgbClr val="C9D1D9"/>
                </a:solidFill>
                <a:latin typeface="Arial" pitchFamily="34" charset="0"/>
                <a:ea typeface="Arial" pitchFamily="34" charset="-122"/>
                <a:cs typeface="Arial" pitchFamily="34" charset="-120"/>
              </a:rPr>
              <a:t>Cyber attacks affect individuals, hospitals, banks, and governments</a:t>
            </a:r>
            <a:endParaRPr lang="en-US" sz="1150" dirty="0"/>
          </a:p>
        </p:txBody>
      </p:sp>
      <p:sp>
        <p:nvSpPr>
          <p:cNvPr id="31" name="Shape 29"/>
          <p:cNvSpPr/>
          <p:nvPr/>
        </p:nvSpPr>
        <p:spPr>
          <a:xfrm>
            <a:off x="320040" y="2935224"/>
            <a:ext cx="384048" cy="384048"/>
          </a:xfrm>
          <a:prstGeom prst="rect">
            <a:avLst/>
          </a:prstGeom>
          <a:solidFill>
            <a:srgbClr val="FF8C00"/>
          </a:solidFill>
          <a:ln w="12700">
            <a:solidFill>
              <a:srgbClr val="FF8C00"/>
            </a:solidFill>
            <a:prstDash val="solid"/>
          </a:ln>
        </p:spPr>
      </p:sp>
      <p:sp>
        <p:nvSpPr>
          <p:cNvPr id="32" name="Text 30"/>
          <p:cNvSpPr/>
          <p:nvPr/>
        </p:nvSpPr>
        <p:spPr>
          <a:xfrm>
            <a:off x="320040" y="2935224"/>
            <a:ext cx="384048" cy="384048"/>
          </a:xfrm>
          <a:prstGeom prst="rect">
            <a:avLst/>
          </a:prstGeom>
          <a:noFill/>
          <a:ln/>
        </p:spPr>
        <p:txBody>
          <a:bodyPr wrap="square" rtlCol="0" anchor="ctr"/>
          <a:lstStyle/>
          <a:p>
            <a:pPr algn="ctr" indent="0" marL="0">
              <a:buNone/>
            </a:pPr>
            <a:r>
              <a:rPr lang="en-US" sz="1100" b="1" dirty="0">
                <a:solidFill>
                  <a:srgbClr val="0A0A0F"/>
                </a:solidFill>
                <a:latin typeface="Arial Black" pitchFamily="34" charset="0"/>
                <a:ea typeface="Arial Black" pitchFamily="34" charset="-122"/>
                <a:cs typeface="Arial Black" pitchFamily="34" charset="-120"/>
              </a:rPr>
              <a:t>02</a:t>
            </a:r>
            <a:endParaRPr lang="en-US" sz="1100" dirty="0"/>
          </a:p>
        </p:txBody>
      </p:sp>
      <p:sp>
        <p:nvSpPr>
          <p:cNvPr id="33" name="Text 31"/>
          <p:cNvSpPr/>
          <p:nvPr/>
        </p:nvSpPr>
        <p:spPr>
          <a:xfrm>
            <a:off x="804672" y="2962656"/>
            <a:ext cx="8001000" cy="329184"/>
          </a:xfrm>
          <a:prstGeom prst="rect">
            <a:avLst/>
          </a:prstGeom>
          <a:noFill/>
          <a:ln/>
        </p:spPr>
        <p:txBody>
          <a:bodyPr wrap="square" rtlCol="0" anchor="ctr"/>
          <a:lstStyle/>
          <a:p>
            <a:pPr indent="0" marL="0">
              <a:buNone/>
            </a:pPr>
            <a:r>
              <a:rPr lang="en-US" sz="1150" dirty="0">
                <a:solidFill>
                  <a:srgbClr val="C9D1D9"/>
                </a:solidFill>
                <a:latin typeface="Arial" pitchFamily="34" charset="0"/>
                <a:ea typeface="Arial" pitchFamily="34" charset="-122"/>
                <a:cs typeface="Arial" pitchFamily="34" charset="-120"/>
              </a:rPr>
              <a:t>Phishing and ransomware are the most common attack types today</a:t>
            </a:r>
            <a:endParaRPr lang="en-US" sz="1150" dirty="0"/>
          </a:p>
        </p:txBody>
      </p:sp>
      <p:sp>
        <p:nvSpPr>
          <p:cNvPr id="34" name="Shape 32"/>
          <p:cNvSpPr/>
          <p:nvPr/>
        </p:nvSpPr>
        <p:spPr>
          <a:xfrm>
            <a:off x="320040" y="3383280"/>
            <a:ext cx="384048" cy="384048"/>
          </a:xfrm>
          <a:prstGeom prst="rect">
            <a:avLst/>
          </a:prstGeom>
          <a:solidFill>
            <a:srgbClr val="39FF14"/>
          </a:solidFill>
          <a:ln w="12700">
            <a:solidFill>
              <a:srgbClr val="39FF14"/>
            </a:solidFill>
            <a:prstDash val="solid"/>
          </a:ln>
        </p:spPr>
      </p:sp>
      <p:sp>
        <p:nvSpPr>
          <p:cNvPr id="35" name="Text 33"/>
          <p:cNvSpPr/>
          <p:nvPr/>
        </p:nvSpPr>
        <p:spPr>
          <a:xfrm>
            <a:off x="320040" y="3383280"/>
            <a:ext cx="384048" cy="384048"/>
          </a:xfrm>
          <a:prstGeom prst="rect">
            <a:avLst/>
          </a:prstGeom>
          <a:noFill/>
          <a:ln/>
        </p:spPr>
        <p:txBody>
          <a:bodyPr wrap="square" rtlCol="0" anchor="ctr"/>
          <a:lstStyle/>
          <a:p>
            <a:pPr algn="ctr" indent="0" marL="0">
              <a:buNone/>
            </a:pPr>
            <a:r>
              <a:rPr lang="en-US" sz="1100" b="1" dirty="0">
                <a:solidFill>
                  <a:srgbClr val="0A0A0F"/>
                </a:solidFill>
                <a:latin typeface="Arial Black" pitchFamily="34" charset="0"/>
                <a:ea typeface="Arial Black" pitchFamily="34" charset="-122"/>
                <a:cs typeface="Arial Black" pitchFamily="34" charset="-120"/>
              </a:rPr>
              <a:t>03</a:t>
            </a:r>
            <a:endParaRPr lang="en-US" sz="1100" dirty="0"/>
          </a:p>
        </p:txBody>
      </p:sp>
      <p:sp>
        <p:nvSpPr>
          <p:cNvPr id="36" name="Text 34"/>
          <p:cNvSpPr/>
          <p:nvPr/>
        </p:nvSpPr>
        <p:spPr>
          <a:xfrm>
            <a:off x="804672" y="3410712"/>
            <a:ext cx="8001000" cy="329184"/>
          </a:xfrm>
          <a:prstGeom prst="rect">
            <a:avLst/>
          </a:prstGeom>
          <a:noFill/>
          <a:ln/>
        </p:spPr>
        <p:txBody>
          <a:bodyPr wrap="square" rtlCol="0" anchor="ctr"/>
          <a:lstStyle/>
          <a:p>
            <a:pPr indent="0" marL="0">
              <a:buNone/>
            </a:pPr>
            <a:r>
              <a:rPr lang="en-US" sz="1150" dirty="0">
                <a:solidFill>
                  <a:srgbClr val="C9D1D9"/>
                </a:solidFill>
                <a:latin typeface="Arial" pitchFamily="34" charset="0"/>
                <a:ea typeface="Arial" pitchFamily="34" charset="-122"/>
                <a:cs typeface="Arial" pitchFamily="34" charset="-120"/>
              </a:rPr>
              <a:t>Strong passwords + 2FA can prevent most account breaches</a:t>
            </a:r>
            <a:endParaRPr lang="en-US" sz="1150" dirty="0"/>
          </a:p>
        </p:txBody>
      </p:sp>
      <p:sp>
        <p:nvSpPr>
          <p:cNvPr id="37" name="Shape 35"/>
          <p:cNvSpPr/>
          <p:nvPr/>
        </p:nvSpPr>
        <p:spPr>
          <a:xfrm>
            <a:off x="320040" y="3831336"/>
            <a:ext cx="384048" cy="384048"/>
          </a:xfrm>
          <a:prstGeom prst="rect">
            <a:avLst/>
          </a:prstGeom>
          <a:solidFill>
            <a:srgbClr val="FF3333"/>
          </a:solidFill>
          <a:ln w="12700">
            <a:solidFill>
              <a:srgbClr val="FF3333"/>
            </a:solidFill>
            <a:prstDash val="solid"/>
          </a:ln>
        </p:spPr>
      </p:sp>
      <p:sp>
        <p:nvSpPr>
          <p:cNvPr id="38" name="Text 36"/>
          <p:cNvSpPr/>
          <p:nvPr/>
        </p:nvSpPr>
        <p:spPr>
          <a:xfrm>
            <a:off x="320040" y="3831336"/>
            <a:ext cx="384048" cy="384048"/>
          </a:xfrm>
          <a:prstGeom prst="rect">
            <a:avLst/>
          </a:prstGeom>
          <a:noFill/>
          <a:ln/>
        </p:spPr>
        <p:txBody>
          <a:bodyPr wrap="square" rtlCol="0" anchor="ctr"/>
          <a:lstStyle/>
          <a:p>
            <a:pPr algn="ctr" indent="0" marL="0">
              <a:buNone/>
            </a:pPr>
            <a:r>
              <a:rPr lang="en-US" sz="1100" b="1" dirty="0">
                <a:solidFill>
                  <a:srgbClr val="0A0A0F"/>
                </a:solidFill>
                <a:latin typeface="Arial Black" pitchFamily="34" charset="0"/>
                <a:ea typeface="Arial Black" pitchFamily="34" charset="-122"/>
                <a:cs typeface="Arial Black" pitchFamily="34" charset="-120"/>
              </a:rPr>
              <a:t>04</a:t>
            </a:r>
            <a:endParaRPr lang="en-US" sz="1100" dirty="0"/>
          </a:p>
        </p:txBody>
      </p:sp>
      <p:sp>
        <p:nvSpPr>
          <p:cNvPr id="39" name="Text 37"/>
          <p:cNvSpPr/>
          <p:nvPr/>
        </p:nvSpPr>
        <p:spPr>
          <a:xfrm>
            <a:off x="804672" y="3858768"/>
            <a:ext cx="8001000" cy="329184"/>
          </a:xfrm>
          <a:prstGeom prst="rect">
            <a:avLst/>
          </a:prstGeom>
          <a:noFill/>
          <a:ln/>
        </p:spPr>
        <p:txBody>
          <a:bodyPr wrap="square" rtlCol="0" anchor="ctr"/>
          <a:lstStyle/>
          <a:p>
            <a:pPr indent="0" marL="0">
              <a:buNone/>
            </a:pPr>
            <a:r>
              <a:rPr lang="en-US" sz="1150" dirty="0">
                <a:solidFill>
                  <a:srgbClr val="C9D1D9"/>
                </a:solidFill>
                <a:latin typeface="Arial" pitchFamily="34" charset="0"/>
                <a:ea typeface="Arial" pitchFamily="34" charset="-122"/>
                <a:cs typeface="Arial" pitchFamily="34" charset="-120"/>
              </a:rPr>
              <a:t>Always update software — most attacks exploit known, patched bugs</a:t>
            </a:r>
            <a:endParaRPr lang="en-US" sz="1150" dirty="0"/>
          </a:p>
        </p:txBody>
      </p:sp>
      <p:sp>
        <p:nvSpPr>
          <p:cNvPr id="40" name="Shape 38"/>
          <p:cNvSpPr/>
          <p:nvPr/>
        </p:nvSpPr>
        <p:spPr>
          <a:xfrm>
            <a:off x="320040" y="4279392"/>
            <a:ext cx="384048" cy="384048"/>
          </a:xfrm>
          <a:prstGeom prst="rect">
            <a:avLst/>
          </a:prstGeom>
          <a:solidFill>
            <a:srgbClr val="00F5FF"/>
          </a:solidFill>
          <a:ln w="12700">
            <a:solidFill>
              <a:srgbClr val="00F5FF"/>
            </a:solidFill>
            <a:prstDash val="solid"/>
          </a:ln>
        </p:spPr>
      </p:sp>
      <p:sp>
        <p:nvSpPr>
          <p:cNvPr id="41" name="Text 39"/>
          <p:cNvSpPr/>
          <p:nvPr/>
        </p:nvSpPr>
        <p:spPr>
          <a:xfrm>
            <a:off x="320040" y="4279392"/>
            <a:ext cx="384048" cy="384048"/>
          </a:xfrm>
          <a:prstGeom prst="rect">
            <a:avLst/>
          </a:prstGeom>
          <a:noFill/>
          <a:ln/>
        </p:spPr>
        <p:txBody>
          <a:bodyPr wrap="square" rtlCol="0" anchor="ctr"/>
          <a:lstStyle/>
          <a:p>
            <a:pPr algn="ctr" indent="0" marL="0">
              <a:buNone/>
            </a:pPr>
            <a:r>
              <a:rPr lang="en-US" sz="1100" b="1" dirty="0">
                <a:solidFill>
                  <a:srgbClr val="0A0A0F"/>
                </a:solidFill>
                <a:latin typeface="Arial Black" pitchFamily="34" charset="0"/>
                <a:ea typeface="Arial Black" pitchFamily="34" charset="-122"/>
                <a:cs typeface="Arial Black" pitchFamily="34" charset="-120"/>
              </a:rPr>
              <a:t>05</a:t>
            </a:r>
            <a:endParaRPr lang="en-US" sz="1100" dirty="0"/>
          </a:p>
        </p:txBody>
      </p:sp>
      <p:sp>
        <p:nvSpPr>
          <p:cNvPr id="42" name="Text 40"/>
          <p:cNvSpPr/>
          <p:nvPr/>
        </p:nvSpPr>
        <p:spPr>
          <a:xfrm>
            <a:off x="804672" y="4306824"/>
            <a:ext cx="8001000" cy="329184"/>
          </a:xfrm>
          <a:prstGeom prst="rect">
            <a:avLst/>
          </a:prstGeom>
          <a:noFill/>
          <a:ln/>
        </p:spPr>
        <p:txBody>
          <a:bodyPr wrap="square" rtlCol="0" anchor="ctr"/>
          <a:lstStyle/>
          <a:p>
            <a:pPr indent="0" marL="0">
              <a:buNone/>
            </a:pPr>
            <a:r>
              <a:rPr lang="en-US" sz="1150" dirty="0">
                <a:solidFill>
                  <a:srgbClr val="C9D1D9"/>
                </a:solidFill>
                <a:latin typeface="Arial" pitchFamily="34" charset="0"/>
                <a:ea typeface="Arial" pitchFamily="34" charset="-122"/>
                <a:cs typeface="Arial" pitchFamily="34" charset="-120"/>
              </a:rPr>
              <a:t>Every internet user has a role in keeping the digital world safe</a:t>
            </a:r>
            <a:endParaRPr lang="en-US" sz="1150" dirty="0"/>
          </a:p>
        </p:txBody>
      </p:sp>
      <p:sp>
        <p:nvSpPr>
          <p:cNvPr id="43" name="Shape 41"/>
          <p:cNvSpPr/>
          <p:nvPr/>
        </p:nvSpPr>
        <p:spPr>
          <a:xfrm>
            <a:off x="1371600" y="4736592"/>
            <a:ext cx="6400800" cy="274320"/>
          </a:xfrm>
          <a:prstGeom prst="rect">
            <a:avLst/>
          </a:prstGeom>
          <a:solidFill>
            <a:srgbClr val="21262D"/>
          </a:solidFill>
          <a:ln w="12700">
            <a:solidFill>
              <a:srgbClr val="00F5FF"/>
            </a:solidFill>
            <a:prstDash val="solid"/>
          </a:ln>
        </p:spPr>
      </p:sp>
      <p:sp>
        <p:nvSpPr>
          <p:cNvPr id="44" name="Text 42"/>
          <p:cNvSpPr/>
          <p:nvPr/>
        </p:nvSpPr>
        <p:spPr>
          <a:xfrm>
            <a:off x="1371600" y="4736592"/>
            <a:ext cx="6400800" cy="274320"/>
          </a:xfrm>
          <a:prstGeom prst="rect">
            <a:avLst/>
          </a:prstGeom>
          <a:noFill/>
          <a:ln/>
        </p:spPr>
        <p:txBody>
          <a:bodyPr wrap="square" rtlCol="0" anchor="ctr"/>
          <a:lstStyle/>
          <a:p>
            <a:pPr algn="ctr" indent="0" marL="0">
              <a:buNone/>
            </a:pPr>
            <a:r>
              <a:rPr lang="en-US" sz="1000" dirty="0">
                <a:solidFill>
                  <a:srgbClr val="00F5FF"/>
                </a:solidFill>
                <a:latin typeface="Courier New" pitchFamily="34" charset="0"/>
                <a:ea typeface="Courier New" pitchFamily="34" charset="-122"/>
                <a:cs typeface="Courier New" pitchFamily="34" charset="-120"/>
              </a:rPr>
              <a:t>"In cyberspace, the first line of defence is an informed user."</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A0A0F"/>
        </a:solidFill>
      </p:bgPr>
    </p:bg>
    <p:spTree>
      <p:nvGrpSpPr>
        <p:cNvPr id="1" name=""/>
        <p:cNvGrpSpPr/>
        <p:nvPr/>
      </p:nvGrpSpPr>
      <p:grpSpPr>
        <a:xfrm>
          <a:off x="0" y="0"/>
          <a:ext cx="0" cy="0"/>
          <a:chOff x="0" y="0"/>
          <a:chExt cx="0" cy="0"/>
        </a:xfrm>
      </p:grpSpPr>
      <p:sp>
        <p:nvSpPr>
          <p:cNvPr id="2" name="Shape 0"/>
          <p:cNvSpPr/>
          <p:nvPr/>
        </p:nvSpPr>
        <p:spPr>
          <a:xfrm>
            <a:off x="0" y="0"/>
            <a:ext cx="0" cy="5143500"/>
          </a:xfrm>
          <a:prstGeom prst="line">
            <a:avLst/>
          </a:prstGeom>
          <a:noFill/>
          <a:ln w="1905">
            <a:solidFill>
              <a:srgbClr val="00F5FF">
                <a:alpha val="15000"/>
              </a:srgbClr>
            </a:solidFill>
            <a:prstDash val="solid"/>
          </a:ln>
        </p:spPr>
      </p:sp>
      <p:sp>
        <p:nvSpPr>
          <p:cNvPr id="3" name="Shape 1"/>
          <p:cNvSpPr/>
          <p:nvPr/>
        </p:nvSpPr>
        <p:spPr>
          <a:xfrm>
            <a:off x="1005840" y="0"/>
            <a:ext cx="0" cy="5143500"/>
          </a:xfrm>
          <a:prstGeom prst="line">
            <a:avLst/>
          </a:prstGeom>
          <a:noFill/>
          <a:ln w="1905">
            <a:solidFill>
              <a:srgbClr val="00F5FF">
                <a:alpha val="15000"/>
              </a:srgbClr>
            </a:solidFill>
            <a:prstDash val="solid"/>
          </a:ln>
        </p:spPr>
      </p:sp>
      <p:sp>
        <p:nvSpPr>
          <p:cNvPr id="4" name="Shape 2"/>
          <p:cNvSpPr/>
          <p:nvPr/>
        </p:nvSpPr>
        <p:spPr>
          <a:xfrm>
            <a:off x="2011680" y="0"/>
            <a:ext cx="0" cy="5143500"/>
          </a:xfrm>
          <a:prstGeom prst="line">
            <a:avLst/>
          </a:prstGeom>
          <a:noFill/>
          <a:ln w="1905">
            <a:solidFill>
              <a:srgbClr val="00F5FF">
                <a:alpha val="15000"/>
              </a:srgbClr>
            </a:solidFill>
            <a:prstDash val="solid"/>
          </a:ln>
        </p:spPr>
      </p:sp>
      <p:sp>
        <p:nvSpPr>
          <p:cNvPr id="5" name="Shape 3"/>
          <p:cNvSpPr/>
          <p:nvPr/>
        </p:nvSpPr>
        <p:spPr>
          <a:xfrm>
            <a:off x="3017520" y="0"/>
            <a:ext cx="0" cy="5143500"/>
          </a:xfrm>
          <a:prstGeom prst="line">
            <a:avLst/>
          </a:prstGeom>
          <a:noFill/>
          <a:ln w="1905">
            <a:solidFill>
              <a:srgbClr val="00F5FF">
                <a:alpha val="15000"/>
              </a:srgbClr>
            </a:solidFill>
            <a:prstDash val="solid"/>
          </a:ln>
        </p:spPr>
      </p:sp>
      <p:sp>
        <p:nvSpPr>
          <p:cNvPr id="6" name="Shape 4"/>
          <p:cNvSpPr/>
          <p:nvPr/>
        </p:nvSpPr>
        <p:spPr>
          <a:xfrm>
            <a:off x="4023360" y="0"/>
            <a:ext cx="0" cy="5143500"/>
          </a:xfrm>
          <a:prstGeom prst="line">
            <a:avLst/>
          </a:prstGeom>
          <a:noFill/>
          <a:ln w="1905">
            <a:solidFill>
              <a:srgbClr val="00F5FF">
                <a:alpha val="15000"/>
              </a:srgbClr>
            </a:solidFill>
            <a:prstDash val="solid"/>
          </a:ln>
        </p:spPr>
      </p:sp>
      <p:sp>
        <p:nvSpPr>
          <p:cNvPr id="7" name="Shape 5"/>
          <p:cNvSpPr/>
          <p:nvPr/>
        </p:nvSpPr>
        <p:spPr>
          <a:xfrm>
            <a:off x="5029200" y="0"/>
            <a:ext cx="0" cy="5143500"/>
          </a:xfrm>
          <a:prstGeom prst="line">
            <a:avLst/>
          </a:prstGeom>
          <a:noFill/>
          <a:ln w="1905">
            <a:solidFill>
              <a:srgbClr val="00F5FF">
                <a:alpha val="15000"/>
              </a:srgbClr>
            </a:solidFill>
            <a:prstDash val="solid"/>
          </a:ln>
        </p:spPr>
      </p:sp>
      <p:sp>
        <p:nvSpPr>
          <p:cNvPr id="8" name="Shape 6"/>
          <p:cNvSpPr/>
          <p:nvPr/>
        </p:nvSpPr>
        <p:spPr>
          <a:xfrm>
            <a:off x="6035040" y="0"/>
            <a:ext cx="0" cy="5143500"/>
          </a:xfrm>
          <a:prstGeom prst="line">
            <a:avLst/>
          </a:prstGeom>
          <a:noFill/>
          <a:ln w="1905">
            <a:solidFill>
              <a:srgbClr val="00F5FF">
                <a:alpha val="15000"/>
              </a:srgbClr>
            </a:solidFill>
            <a:prstDash val="solid"/>
          </a:ln>
        </p:spPr>
      </p:sp>
      <p:sp>
        <p:nvSpPr>
          <p:cNvPr id="9" name="Shape 7"/>
          <p:cNvSpPr/>
          <p:nvPr/>
        </p:nvSpPr>
        <p:spPr>
          <a:xfrm>
            <a:off x="7040880" y="0"/>
            <a:ext cx="0" cy="5143500"/>
          </a:xfrm>
          <a:prstGeom prst="line">
            <a:avLst/>
          </a:prstGeom>
          <a:noFill/>
          <a:ln w="1905">
            <a:solidFill>
              <a:srgbClr val="00F5FF">
                <a:alpha val="15000"/>
              </a:srgbClr>
            </a:solidFill>
            <a:prstDash val="solid"/>
          </a:ln>
        </p:spPr>
      </p:sp>
      <p:sp>
        <p:nvSpPr>
          <p:cNvPr id="10" name="Shape 8"/>
          <p:cNvSpPr/>
          <p:nvPr/>
        </p:nvSpPr>
        <p:spPr>
          <a:xfrm>
            <a:off x="8046720" y="0"/>
            <a:ext cx="0" cy="5143500"/>
          </a:xfrm>
          <a:prstGeom prst="line">
            <a:avLst/>
          </a:prstGeom>
          <a:noFill/>
          <a:ln w="1905">
            <a:solidFill>
              <a:srgbClr val="00F5FF">
                <a:alpha val="15000"/>
              </a:srgbClr>
            </a:solidFill>
            <a:prstDash val="solid"/>
          </a:ln>
        </p:spPr>
      </p:sp>
      <p:sp>
        <p:nvSpPr>
          <p:cNvPr id="11" name="Shape 9"/>
          <p:cNvSpPr/>
          <p:nvPr/>
        </p:nvSpPr>
        <p:spPr>
          <a:xfrm>
            <a:off x="9052560" y="0"/>
            <a:ext cx="0" cy="5143500"/>
          </a:xfrm>
          <a:prstGeom prst="line">
            <a:avLst/>
          </a:prstGeom>
          <a:noFill/>
          <a:ln w="1905">
            <a:solidFill>
              <a:srgbClr val="00F5FF">
                <a:alpha val="15000"/>
              </a:srgbClr>
            </a:solidFill>
            <a:prstDash val="solid"/>
          </a:ln>
        </p:spPr>
      </p:sp>
      <p:sp>
        <p:nvSpPr>
          <p:cNvPr id="12" name="Shape 10"/>
          <p:cNvSpPr/>
          <p:nvPr/>
        </p:nvSpPr>
        <p:spPr>
          <a:xfrm>
            <a:off x="0" y="0"/>
            <a:ext cx="9144000" cy="0"/>
          </a:xfrm>
          <a:prstGeom prst="line">
            <a:avLst/>
          </a:prstGeom>
          <a:noFill/>
          <a:ln w="1905">
            <a:solidFill>
              <a:srgbClr val="00F5FF">
                <a:alpha val="15000"/>
              </a:srgbClr>
            </a:solidFill>
            <a:prstDash val="solid"/>
          </a:ln>
        </p:spPr>
      </p:sp>
      <p:sp>
        <p:nvSpPr>
          <p:cNvPr id="13" name="Shape 11"/>
          <p:cNvSpPr/>
          <p:nvPr/>
        </p:nvSpPr>
        <p:spPr>
          <a:xfrm>
            <a:off x="0" y="914400"/>
            <a:ext cx="9144000" cy="0"/>
          </a:xfrm>
          <a:prstGeom prst="line">
            <a:avLst/>
          </a:prstGeom>
          <a:noFill/>
          <a:ln w="1905">
            <a:solidFill>
              <a:srgbClr val="00F5FF">
                <a:alpha val="15000"/>
              </a:srgbClr>
            </a:solidFill>
            <a:prstDash val="solid"/>
          </a:ln>
        </p:spPr>
      </p:sp>
      <p:sp>
        <p:nvSpPr>
          <p:cNvPr id="14" name="Shape 12"/>
          <p:cNvSpPr/>
          <p:nvPr/>
        </p:nvSpPr>
        <p:spPr>
          <a:xfrm>
            <a:off x="0" y="1828800"/>
            <a:ext cx="9144000" cy="0"/>
          </a:xfrm>
          <a:prstGeom prst="line">
            <a:avLst/>
          </a:prstGeom>
          <a:noFill/>
          <a:ln w="1905">
            <a:solidFill>
              <a:srgbClr val="00F5FF">
                <a:alpha val="15000"/>
              </a:srgbClr>
            </a:solidFill>
            <a:prstDash val="solid"/>
          </a:ln>
        </p:spPr>
      </p:sp>
      <p:sp>
        <p:nvSpPr>
          <p:cNvPr id="15" name="Shape 13"/>
          <p:cNvSpPr/>
          <p:nvPr/>
        </p:nvSpPr>
        <p:spPr>
          <a:xfrm>
            <a:off x="0" y="2743200"/>
            <a:ext cx="9144000" cy="0"/>
          </a:xfrm>
          <a:prstGeom prst="line">
            <a:avLst/>
          </a:prstGeom>
          <a:noFill/>
          <a:ln w="1905">
            <a:solidFill>
              <a:srgbClr val="00F5FF">
                <a:alpha val="15000"/>
              </a:srgbClr>
            </a:solidFill>
            <a:prstDash val="solid"/>
          </a:ln>
        </p:spPr>
      </p:sp>
      <p:sp>
        <p:nvSpPr>
          <p:cNvPr id="16" name="Shape 14"/>
          <p:cNvSpPr/>
          <p:nvPr/>
        </p:nvSpPr>
        <p:spPr>
          <a:xfrm>
            <a:off x="0" y="3657600"/>
            <a:ext cx="9144000" cy="0"/>
          </a:xfrm>
          <a:prstGeom prst="line">
            <a:avLst/>
          </a:prstGeom>
          <a:noFill/>
          <a:ln w="1905">
            <a:solidFill>
              <a:srgbClr val="00F5FF">
                <a:alpha val="15000"/>
              </a:srgbClr>
            </a:solidFill>
            <a:prstDash val="solid"/>
          </a:ln>
        </p:spPr>
      </p:sp>
      <p:sp>
        <p:nvSpPr>
          <p:cNvPr id="17" name="Shape 15"/>
          <p:cNvSpPr/>
          <p:nvPr/>
        </p:nvSpPr>
        <p:spPr>
          <a:xfrm>
            <a:off x="0" y="4572000"/>
            <a:ext cx="9144000" cy="0"/>
          </a:xfrm>
          <a:prstGeom prst="line">
            <a:avLst/>
          </a:prstGeom>
          <a:noFill/>
          <a:ln w="1905">
            <a:solidFill>
              <a:srgbClr val="00F5FF">
                <a:alpha val="15000"/>
              </a:srgbClr>
            </a:solidFill>
            <a:prstDash val="solid"/>
          </a:ln>
        </p:spPr>
      </p:sp>
      <p:sp>
        <p:nvSpPr>
          <p:cNvPr id="18" name="Shape 16"/>
          <p:cNvSpPr/>
          <p:nvPr/>
        </p:nvSpPr>
        <p:spPr>
          <a:xfrm>
            <a:off x="0" y="0"/>
            <a:ext cx="9144000" cy="73152"/>
          </a:xfrm>
          <a:prstGeom prst="rect">
            <a:avLst/>
          </a:prstGeom>
          <a:solidFill>
            <a:srgbClr val="FF3333"/>
          </a:solidFill>
          <a:ln w="12700">
            <a:solidFill>
              <a:srgbClr val="FF3333"/>
            </a:solidFill>
            <a:prstDash val="solid"/>
          </a:ln>
        </p:spPr>
      </p:sp>
      <p:sp>
        <p:nvSpPr>
          <p:cNvPr id="19" name="Shape 17"/>
          <p:cNvSpPr/>
          <p:nvPr/>
        </p:nvSpPr>
        <p:spPr>
          <a:xfrm>
            <a:off x="0" y="5070348"/>
            <a:ext cx="9144000" cy="73152"/>
          </a:xfrm>
          <a:prstGeom prst="rect">
            <a:avLst/>
          </a:prstGeom>
          <a:solidFill>
            <a:srgbClr val="FF3333"/>
          </a:solidFill>
          <a:ln w="12700">
            <a:solidFill>
              <a:srgbClr val="FF3333"/>
            </a:solidFill>
            <a:prstDash val="solid"/>
          </a:ln>
        </p:spPr>
      </p:sp>
      <p:sp>
        <p:nvSpPr>
          <p:cNvPr id="20" name="Shape 18"/>
          <p:cNvSpPr/>
          <p:nvPr/>
        </p:nvSpPr>
        <p:spPr>
          <a:xfrm>
            <a:off x="320040" y="164592"/>
            <a:ext cx="45720" cy="384048"/>
          </a:xfrm>
          <a:prstGeom prst="rect">
            <a:avLst/>
          </a:prstGeom>
          <a:solidFill>
            <a:srgbClr val="FF3333"/>
          </a:solidFill>
          <a:ln w="12700">
            <a:solidFill>
              <a:srgbClr val="FF3333"/>
            </a:solidFill>
            <a:prstDash val="solid"/>
          </a:ln>
        </p:spPr>
      </p:sp>
      <p:sp>
        <p:nvSpPr>
          <p:cNvPr id="21" name="Text 19"/>
          <p:cNvSpPr/>
          <p:nvPr/>
        </p:nvSpPr>
        <p:spPr>
          <a:xfrm>
            <a:off x="457200" y="155448"/>
            <a:ext cx="5486400" cy="411480"/>
          </a:xfrm>
          <a:prstGeom prst="rect">
            <a:avLst/>
          </a:prstGeom>
          <a:noFill/>
          <a:ln/>
        </p:spPr>
        <p:txBody>
          <a:bodyPr wrap="square" rtlCol="0" anchor="ctr"/>
          <a:lstStyle/>
          <a:p>
            <a:pPr indent="0" marL="0">
              <a:buNone/>
            </a:pPr>
            <a:r>
              <a:rPr lang="en-US" sz="1100" b="1" spc="300" kern="0" dirty="0">
                <a:solidFill>
                  <a:srgbClr val="FF3333"/>
                </a:solidFill>
                <a:latin typeface="Courier New" pitchFamily="34" charset="0"/>
                <a:ea typeface="Courier New" pitchFamily="34" charset="-122"/>
                <a:cs typeface="Courier New" pitchFamily="34" charset="-120"/>
              </a:rPr>
              <a:t>08  //  BIBLIOGRAPHY</a:t>
            </a:r>
            <a:endParaRPr lang="en-US" sz="1100" dirty="0"/>
          </a:p>
        </p:txBody>
      </p:sp>
      <p:sp>
        <p:nvSpPr>
          <p:cNvPr id="22" name="Text 20"/>
          <p:cNvSpPr/>
          <p:nvPr/>
        </p:nvSpPr>
        <p:spPr>
          <a:xfrm>
            <a:off x="8046720" y="4828032"/>
            <a:ext cx="914400" cy="228600"/>
          </a:xfrm>
          <a:prstGeom prst="rect">
            <a:avLst/>
          </a:prstGeom>
          <a:noFill/>
          <a:ln/>
        </p:spPr>
        <p:txBody>
          <a:bodyPr wrap="square" rtlCol="0" anchor="ctr"/>
          <a:lstStyle/>
          <a:p>
            <a:pPr algn="r" indent="0" marL="0">
              <a:buNone/>
            </a:pPr>
            <a:r>
              <a:rPr lang="en-US" sz="900" dirty="0">
                <a:solidFill>
                  <a:srgbClr val="8B949E"/>
                </a:solidFill>
                <a:latin typeface="Courier New" pitchFamily="34" charset="0"/>
                <a:ea typeface="Courier New" pitchFamily="34" charset="-122"/>
                <a:cs typeface="Courier New" pitchFamily="34" charset="-120"/>
              </a:rPr>
              <a:t>12 / 12</a:t>
            </a:r>
            <a:endParaRPr lang="en-US" sz="900" dirty="0"/>
          </a:p>
        </p:txBody>
      </p:sp>
      <p:sp>
        <p:nvSpPr>
          <p:cNvPr id="23" name="Text 21"/>
          <p:cNvSpPr/>
          <p:nvPr/>
        </p:nvSpPr>
        <p:spPr>
          <a:xfrm>
            <a:off x="320040" y="502920"/>
            <a:ext cx="4572000" cy="548640"/>
          </a:xfrm>
          <a:prstGeom prst="rect">
            <a:avLst/>
          </a:prstGeom>
          <a:noFill/>
          <a:ln/>
        </p:spPr>
        <p:txBody>
          <a:bodyPr wrap="square" rtlCol="0" anchor="ctr"/>
          <a:lstStyle/>
          <a:p>
            <a:pPr indent="0" marL="0">
              <a:buNone/>
            </a:pPr>
            <a:r>
              <a:rPr lang="en-US" sz="3000" b="1" dirty="0">
                <a:solidFill>
                  <a:srgbClr val="FFFFFF"/>
                </a:solidFill>
                <a:latin typeface="Arial Black" pitchFamily="34" charset="0"/>
                <a:ea typeface="Arial Black" pitchFamily="34" charset="-122"/>
                <a:cs typeface="Arial Black" pitchFamily="34" charset="-120"/>
              </a:rPr>
              <a:t>Bibliography</a:t>
            </a:r>
            <a:endParaRPr lang="en-US" sz="3000" dirty="0"/>
          </a:p>
        </p:txBody>
      </p:sp>
      <p:sp>
        <p:nvSpPr>
          <p:cNvPr id="24" name="Shape 22"/>
          <p:cNvSpPr/>
          <p:nvPr/>
        </p:nvSpPr>
        <p:spPr>
          <a:xfrm>
            <a:off x="320040" y="1115568"/>
            <a:ext cx="4160520" cy="804672"/>
          </a:xfrm>
          <a:prstGeom prst="rect">
            <a:avLst/>
          </a:prstGeom>
          <a:solidFill>
            <a:srgbClr val="21262D"/>
          </a:solidFill>
          <a:ln w="15240">
            <a:solidFill>
              <a:srgbClr val="00F5FF"/>
            </a:solidFill>
            <a:prstDash val="solid"/>
          </a:ln>
        </p:spPr>
      </p:sp>
      <p:sp>
        <p:nvSpPr>
          <p:cNvPr id="25" name="Shape 23"/>
          <p:cNvSpPr/>
          <p:nvPr/>
        </p:nvSpPr>
        <p:spPr>
          <a:xfrm>
            <a:off x="320040" y="1115568"/>
            <a:ext cx="365760" cy="804672"/>
          </a:xfrm>
          <a:prstGeom prst="rect">
            <a:avLst/>
          </a:prstGeom>
          <a:solidFill>
            <a:srgbClr val="00F5FF"/>
          </a:solidFill>
          <a:ln w="12700">
            <a:solidFill>
              <a:srgbClr val="00F5FF"/>
            </a:solidFill>
            <a:prstDash val="solid"/>
          </a:ln>
        </p:spPr>
      </p:sp>
      <p:sp>
        <p:nvSpPr>
          <p:cNvPr id="26" name="Text 24"/>
          <p:cNvSpPr/>
          <p:nvPr/>
        </p:nvSpPr>
        <p:spPr>
          <a:xfrm>
            <a:off x="320040" y="1115568"/>
            <a:ext cx="365760" cy="804672"/>
          </a:xfrm>
          <a:prstGeom prst="rect">
            <a:avLst/>
          </a:prstGeom>
          <a:noFill/>
          <a:ln/>
        </p:spPr>
        <p:txBody>
          <a:bodyPr wrap="square" rtlCol="0" anchor="ctr"/>
          <a:lstStyle/>
          <a:p>
            <a:pPr algn="ctr" indent="0" marL="0">
              <a:buNone/>
            </a:pPr>
            <a:r>
              <a:rPr lang="en-US" sz="1000" b="1" dirty="0">
                <a:solidFill>
                  <a:srgbClr val="0A0A0F"/>
                </a:solidFill>
                <a:latin typeface="Courier New" pitchFamily="34" charset="0"/>
                <a:ea typeface="Courier New" pitchFamily="34" charset="-122"/>
                <a:cs typeface="Courier New" pitchFamily="34" charset="-120"/>
              </a:rPr>
              <a:t>01</a:t>
            </a:r>
            <a:endParaRPr lang="en-US" sz="1000" dirty="0"/>
          </a:p>
        </p:txBody>
      </p:sp>
      <p:sp>
        <p:nvSpPr>
          <p:cNvPr id="27" name="Text 25"/>
          <p:cNvSpPr/>
          <p:nvPr/>
        </p:nvSpPr>
        <p:spPr>
          <a:xfrm>
            <a:off x="777240" y="1188720"/>
            <a:ext cx="3611880" cy="347472"/>
          </a:xfrm>
          <a:prstGeom prst="rect">
            <a:avLst/>
          </a:prstGeom>
          <a:noFill/>
          <a:ln/>
        </p:spPr>
        <p:txBody>
          <a:bodyPr wrap="square" rtlCol="0" anchor="ctr"/>
          <a:lstStyle/>
          <a:p>
            <a:pPr indent="0" marL="0">
              <a:buNone/>
            </a:pPr>
            <a:r>
              <a:rPr lang="en-US" sz="1000" b="1" dirty="0">
                <a:solidFill>
                  <a:srgbClr val="FFFFFF"/>
                </a:solidFill>
                <a:latin typeface="Arial" pitchFamily="34" charset="0"/>
                <a:ea typeface="Arial" pitchFamily="34" charset="-122"/>
                <a:cs typeface="Arial" pitchFamily="34" charset="-120"/>
              </a:rPr>
              <a:t>National Cyber Security Policy — Government of India</a:t>
            </a:r>
            <a:endParaRPr lang="en-US" sz="1000" dirty="0"/>
          </a:p>
        </p:txBody>
      </p:sp>
      <p:sp>
        <p:nvSpPr>
          <p:cNvPr id="28" name="Text 26"/>
          <p:cNvSpPr/>
          <p:nvPr/>
        </p:nvSpPr>
        <p:spPr>
          <a:xfrm>
            <a:off x="777240" y="1572768"/>
            <a:ext cx="3611880" cy="256032"/>
          </a:xfrm>
          <a:prstGeom prst="rect">
            <a:avLst/>
          </a:prstGeom>
          <a:noFill/>
          <a:ln/>
        </p:spPr>
        <p:txBody>
          <a:bodyPr wrap="square" rtlCol="0" anchor="ctr"/>
          <a:lstStyle/>
          <a:p>
            <a:pPr indent="0" marL="0">
              <a:buNone/>
            </a:pPr>
            <a:r>
              <a:rPr lang="en-US" sz="900" dirty="0">
                <a:solidFill>
                  <a:srgbClr val="00F5FF"/>
                </a:solidFill>
                <a:latin typeface="Courier New" pitchFamily="34" charset="0"/>
                <a:ea typeface="Courier New" pitchFamily="34" charset="-122"/>
                <a:cs typeface="Courier New" pitchFamily="34" charset="-120"/>
              </a:rPr>
              <a:t>cert-in.org.in</a:t>
            </a:r>
            <a:endParaRPr lang="en-US" sz="900" dirty="0"/>
          </a:p>
        </p:txBody>
      </p:sp>
      <p:sp>
        <p:nvSpPr>
          <p:cNvPr id="29" name="Shape 27"/>
          <p:cNvSpPr/>
          <p:nvPr/>
        </p:nvSpPr>
        <p:spPr>
          <a:xfrm>
            <a:off x="4754880" y="1115568"/>
            <a:ext cx="4160520" cy="804672"/>
          </a:xfrm>
          <a:prstGeom prst="rect">
            <a:avLst/>
          </a:prstGeom>
          <a:solidFill>
            <a:srgbClr val="21262D"/>
          </a:solidFill>
          <a:ln w="15240">
            <a:solidFill>
              <a:srgbClr val="39FF14"/>
            </a:solidFill>
            <a:prstDash val="solid"/>
          </a:ln>
        </p:spPr>
      </p:sp>
      <p:sp>
        <p:nvSpPr>
          <p:cNvPr id="30" name="Shape 28"/>
          <p:cNvSpPr/>
          <p:nvPr/>
        </p:nvSpPr>
        <p:spPr>
          <a:xfrm>
            <a:off x="4754880" y="1115568"/>
            <a:ext cx="365760" cy="804672"/>
          </a:xfrm>
          <a:prstGeom prst="rect">
            <a:avLst/>
          </a:prstGeom>
          <a:solidFill>
            <a:srgbClr val="39FF14"/>
          </a:solidFill>
          <a:ln w="12700">
            <a:solidFill>
              <a:srgbClr val="39FF14"/>
            </a:solidFill>
            <a:prstDash val="solid"/>
          </a:ln>
        </p:spPr>
      </p:sp>
      <p:sp>
        <p:nvSpPr>
          <p:cNvPr id="31" name="Text 29"/>
          <p:cNvSpPr/>
          <p:nvPr/>
        </p:nvSpPr>
        <p:spPr>
          <a:xfrm>
            <a:off x="4754880" y="1115568"/>
            <a:ext cx="365760" cy="804672"/>
          </a:xfrm>
          <a:prstGeom prst="rect">
            <a:avLst/>
          </a:prstGeom>
          <a:noFill/>
          <a:ln/>
        </p:spPr>
        <p:txBody>
          <a:bodyPr wrap="square" rtlCol="0" anchor="ctr"/>
          <a:lstStyle/>
          <a:p>
            <a:pPr algn="ctr" indent="0" marL="0">
              <a:buNone/>
            </a:pPr>
            <a:r>
              <a:rPr lang="en-US" sz="1000" b="1" dirty="0">
                <a:solidFill>
                  <a:srgbClr val="0A0A0F"/>
                </a:solidFill>
                <a:latin typeface="Courier New" pitchFamily="34" charset="0"/>
                <a:ea typeface="Courier New" pitchFamily="34" charset="-122"/>
                <a:cs typeface="Courier New" pitchFamily="34" charset="-120"/>
              </a:rPr>
              <a:t>02</a:t>
            </a:r>
            <a:endParaRPr lang="en-US" sz="1000" dirty="0"/>
          </a:p>
        </p:txBody>
      </p:sp>
      <p:sp>
        <p:nvSpPr>
          <p:cNvPr id="32" name="Text 30"/>
          <p:cNvSpPr/>
          <p:nvPr/>
        </p:nvSpPr>
        <p:spPr>
          <a:xfrm>
            <a:off x="5212080" y="1188720"/>
            <a:ext cx="3611880" cy="347472"/>
          </a:xfrm>
          <a:prstGeom prst="rect">
            <a:avLst/>
          </a:prstGeom>
          <a:noFill/>
          <a:ln/>
        </p:spPr>
        <p:txBody>
          <a:bodyPr wrap="square" rtlCol="0" anchor="ctr"/>
          <a:lstStyle/>
          <a:p>
            <a:pPr indent="0" marL="0">
              <a:buNone/>
            </a:pPr>
            <a:r>
              <a:rPr lang="en-US" sz="1000" b="1" dirty="0">
                <a:solidFill>
                  <a:srgbClr val="FFFFFF"/>
                </a:solidFill>
                <a:latin typeface="Arial" pitchFamily="34" charset="0"/>
                <a:ea typeface="Arial" pitchFamily="34" charset="-122"/>
                <a:cs typeface="Arial" pitchFamily="34" charset="-120"/>
              </a:rPr>
              <a:t>Information Technology Act, 2000 — MeitY, India</a:t>
            </a:r>
            <a:endParaRPr lang="en-US" sz="1000" dirty="0"/>
          </a:p>
        </p:txBody>
      </p:sp>
      <p:sp>
        <p:nvSpPr>
          <p:cNvPr id="33" name="Text 31"/>
          <p:cNvSpPr/>
          <p:nvPr/>
        </p:nvSpPr>
        <p:spPr>
          <a:xfrm>
            <a:off x="5212080" y="1572768"/>
            <a:ext cx="3611880" cy="256032"/>
          </a:xfrm>
          <a:prstGeom prst="rect">
            <a:avLst/>
          </a:prstGeom>
          <a:noFill/>
          <a:ln/>
        </p:spPr>
        <p:txBody>
          <a:bodyPr wrap="square" rtlCol="0" anchor="ctr"/>
          <a:lstStyle/>
          <a:p>
            <a:pPr indent="0" marL="0">
              <a:buNone/>
            </a:pPr>
            <a:r>
              <a:rPr lang="en-US" sz="900" dirty="0">
                <a:solidFill>
                  <a:srgbClr val="39FF14"/>
                </a:solidFill>
                <a:latin typeface="Courier New" pitchFamily="34" charset="0"/>
                <a:ea typeface="Courier New" pitchFamily="34" charset="-122"/>
                <a:cs typeface="Courier New" pitchFamily="34" charset="-120"/>
              </a:rPr>
              <a:t>meity.gov.in</a:t>
            </a:r>
            <a:endParaRPr lang="en-US" sz="900" dirty="0"/>
          </a:p>
        </p:txBody>
      </p:sp>
      <p:sp>
        <p:nvSpPr>
          <p:cNvPr id="34" name="Shape 32"/>
          <p:cNvSpPr/>
          <p:nvPr/>
        </p:nvSpPr>
        <p:spPr>
          <a:xfrm>
            <a:off x="320040" y="2048256"/>
            <a:ext cx="4160520" cy="804672"/>
          </a:xfrm>
          <a:prstGeom prst="rect">
            <a:avLst/>
          </a:prstGeom>
          <a:solidFill>
            <a:srgbClr val="21262D"/>
          </a:solidFill>
          <a:ln w="15240">
            <a:solidFill>
              <a:srgbClr val="FF8C00"/>
            </a:solidFill>
            <a:prstDash val="solid"/>
          </a:ln>
        </p:spPr>
      </p:sp>
      <p:sp>
        <p:nvSpPr>
          <p:cNvPr id="35" name="Shape 33"/>
          <p:cNvSpPr/>
          <p:nvPr/>
        </p:nvSpPr>
        <p:spPr>
          <a:xfrm>
            <a:off x="320040" y="2048256"/>
            <a:ext cx="365760" cy="804672"/>
          </a:xfrm>
          <a:prstGeom prst="rect">
            <a:avLst/>
          </a:prstGeom>
          <a:solidFill>
            <a:srgbClr val="FF8C00"/>
          </a:solidFill>
          <a:ln w="12700">
            <a:solidFill>
              <a:srgbClr val="FF8C00"/>
            </a:solidFill>
            <a:prstDash val="solid"/>
          </a:ln>
        </p:spPr>
      </p:sp>
      <p:sp>
        <p:nvSpPr>
          <p:cNvPr id="36" name="Text 34"/>
          <p:cNvSpPr/>
          <p:nvPr/>
        </p:nvSpPr>
        <p:spPr>
          <a:xfrm>
            <a:off x="320040" y="2048256"/>
            <a:ext cx="365760" cy="804672"/>
          </a:xfrm>
          <a:prstGeom prst="rect">
            <a:avLst/>
          </a:prstGeom>
          <a:noFill/>
          <a:ln/>
        </p:spPr>
        <p:txBody>
          <a:bodyPr wrap="square" rtlCol="0" anchor="ctr"/>
          <a:lstStyle/>
          <a:p>
            <a:pPr algn="ctr" indent="0" marL="0">
              <a:buNone/>
            </a:pPr>
            <a:r>
              <a:rPr lang="en-US" sz="1000" b="1" dirty="0">
                <a:solidFill>
                  <a:srgbClr val="0A0A0F"/>
                </a:solidFill>
                <a:latin typeface="Courier New" pitchFamily="34" charset="0"/>
                <a:ea typeface="Courier New" pitchFamily="34" charset="-122"/>
                <a:cs typeface="Courier New" pitchFamily="34" charset="-120"/>
              </a:rPr>
              <a:t>03</a:t>
            </a:r>
            <a:endParaRPr lang="en-US" sz="1000" dirty="0"/>
          </a:p>
        </p:txBody>
      </p:sp>
      <p:sp>
        <p:nvSpPr>
          <p:cNvPr id="37" name="Text 35"/>
          <p:cNvSpPr/>
          <p:nvPr/>
        </p:nvSpPr>
        <p:spPr>
          <a:xfrm>
            <a:off x="777240" y="2121408"/>
            <a:ext cx="3611880" cy="347472"/>
          </a:xfrm>
          <a:prstGeom prst="rect">
            <a:avLst/>
          </a:prstGeom>
          <a:noFill/>
          <a:ln/>
        </p:spPr>
        <p:txBody>
          <a:bodyPr wrap="square" rtlCol="0" anchor="ctr"/>
          <a:lstStyle/>
          <a:p>
            <a:pPr indent="0" marL="0">
              <a:buNone/>
            </a:pPr>
            <a:r>
              <a:rPr lang="en-US" sz="1000" b="1" dirty="0">
                <a:solidFill>
                  <a:srgbClr val="FFFFFF"/>
                </a:solidFill>
                <a:latin typeface="Arial" pitchFamily="34" charset="0"/>
                <a:ea typeface="Arial" pitchFamily="34" charset="-122"/>
                <a:cs typeface="Arial" pitchFamily="34" charset="-120"/>
              </a:rPr>
              <a:t>Cyber Crime Reporting Portal — India</a:t>
            </a:r>
            <a:endParaRPr lang="en-US" sz="1000" dirty="0"/>
          </a:p>
        </p:txBody>
      </p:sp>
      <p:sp>
        <p:nvSpPr>
          <p:cNvPr id="38" name="Text 36"/>
          <p:cNvSpPr/>
          <p:nvPr/>
        </p:nvSpPr>
        <p:spPr>
          <a:xfrm>
            <a:off x="777240" y="2505456"/>
            <a:ext cx="3611880" cy="256032"/>
          </a:xfrm>
          <a:prstGeom prst="rect">
            <a:avLst/>
          </a:prstGeom>
          <a:noFill/>
          <a:ln/>
        </p:spPr>
        <p:txBody>
          <a:bodyPr wrap="square" rtlCol="0" anchor="ctr"/>
          <a:lstStyle/>
          <a:p>
            <a:pPr indent="0" marL="0">
              <a:buNone/>
            </a:pPr>
            <a:r>
              <a:rPr lang="en-US" sz="900" dirty="0">
                <a:solidFill>
                  <a:srgbClr val="FF8C00"/>
                </a:solidFill>
                <a:latin typeface="Courier New" pitchFamily="34" charset="0"/>
                <a:ea typeface="Courier New" pitchFamily="34" charset="-122"/>
                <a:cs typeface="Courier New" pitchFamily="34" charset="-120"/>
              </a:rPr>
              <a:t>cybercrime.gov.in</a:t>
            </a:r>
            <a:endParaRPr lang="en-US" sz="900" dirty="0"/>
          </a:p>
        </p:txBody>
      </p:sp>
      <p:sp>
        <p:nvSpPr>
          <p:cNvPr id="39" name="Shape 37"/>
          <p:cNvSpPr/>
          <p:nvPr/>
        </p:nvSpPr>
        <p:spPr>
          <a:xfrm>
            <a:off x="4754880" y="2048256"/>
            <a:ext cx="4160520" cy="804672"/>
          </a:xfrm>
          <a:prstGeom prst="rect">
            <a:avLst/>
          </a:prstGeom>
          <a:solidFill>
            <a:srgbClr val="21262D"/>
          </a:solidFill>
          <a:ln w="15240">
            <a:solidFill>
              <a:srgbClr val="FF3333"/>
            </a:solidFill>
            <a:prstDash val="solid"/>
          </a:ln>
        </p:spPr>
      </p:sp>
      <p:sp>
        <p:nvSpPr>
          <p:cNvPr id="40" name="Shape 38"/>
          <p:cNvSpPr/>
          <p:nvPr/>
        </p:nvSpPr>
        <p:spPr>
          <a:xfrm>
            <a:off x="4754880" y="2048256"/>
            <a:ext cx="365760" cy="804672"/>
          </a:xfrm>
          <a:prstGeom prst="rect">
            <a:avLst/>
          </a:prstGeom>
          <a:solidFill>
            <a:srgbClr val="FF3333"/>
          </a:solidFill>
          <a:ln w="12700">
            <a:solidFill>
              <a:srgbClr val="FF3333"/>
            </a:solidFill>
            <a:prstDash val="solid"/>
          </a:ln>
        </p:spPr>
      </p:sp>
      <p:sp>
        <p:nvSpPr>
          <p:cNvPr id="41" name="Text 39"/>
          <p:cNvSpPr/>
          <p:nvPr/>
        </p:nvSpPr>
        <p:spPr>
          <a:xfrm>
            <a:off x="4754880" y="2048256"/>
            <a:ext cx="365760" cy="804672"/>
          </a:xfrm>
          <a:prstGeom prst="rect">
            <a:avLst/>
          </a:prstGeom>
          <a:noFill/>
          <a:ln/>
        </p:spPr>
        <p:txBody>
          <a:bodyPr wrap="square" rtlCol="0" anchor="ctr"/>
          <a:lstStyle/>
          <a:p>
            <a:pPr algn="ctr" indent="0" marL="0">
              <a:buNone/>
            </a:pPr>
            <a:r>
              <a:rPr lang="en-US" sz="1000" b="1" dirty="0">
                <a:solidFill>
                  <a:srgbClr val="0A0A0F"/>
                </a:solidFill>
                <a:latin typeface="Courier New" pitchFamily="34" charset="0"/>
                <a:ea typeface="Courier New" pitchFamily="34" charset="-122"/>
                <a:cs typeface="Courier New" pitchFamily="34" charset="-120"/>
              </a:rPr>
              <a:t>04</a:t>
            </a:r>
            <a:endParaRPr lang="en-US" sz="1000" dirty="0"/>
          </a:p>
        </p:txBody>
      </p:sp>
      <p:sp>
        <p:nvSpPr>
          <p:cNvPr id="42" name="Text 40"/>
          <p:cNvSpPr/>
          <p:nvPr/>
        </p:nvSpPr>
        <p:spPr>
          <a:xfrm>
            <a:off x="5212080" y="2121408"/>
            <a:ext cx="3611880" cy="347472"/>
          </a:xfrm>
          <a:prstGeom prst="rect">
            <a:avLst/>
          </a:prstGeom>
          <a:noFill/>
          <a:ln/>
        </p:spPr>
        <p:txBody>
          <a:bodyPr wrap="square" rtlCol="0" anchor="ctr"/>
          <a:lstStyle/>
          <a:p>
            <a:pPr indent="0" marL="0">
              <a:buNone/>
            </a:pPr>
            <a:r>
              <a:rPr lang="en-US" sz="1000" b="1" dirty="0">
                <a:solidFill>
                  <a:srgbClr val="FFFFFF"/>
                </a:solidFill>
                <a:latin typeface="Arial" pitchFamily="34" charset="0"/>
                <a:ea typeface="Arial" pitchFamily="34" charset="-122"/>
                <a:cs typeface="Arial" pitchFamily="34" charset="-120"/>
              </a:rPr>
              <a:t>AIIMS Ransomware Attack — The Hindu, November 2022</a:t>
            </a:r>
            <a:endParaRPr lang="en-US" sz="1000" dirty="0"/>
          </a:p>
        </p:txBody>
      </p:sp>
      <p:sp>
        <p:nvSpPr>
          <p:cNvPr id="43" name="Text 41"/>
          <p:cNvSpPr/>
          <p:nvPr/>
        </p:nvSpPr>
        <p:spPr>
          <a:xfrm>
            <a:off x="5212080" y="2505456"/>
            <a:ext cx="3611880" cy="256032"/>
          </a:xfrm>
          <a:prstGeom prst="rect">
            <a:avLst/>
          </a:prstGeom>
          <a:noFill/>
          <a:ln/>
        </p:spPr>
        <p:txBody>
          <a:bodyPr wrap="square" rtlCol="0" anchor="ctr"/>
          <a:lstStyle/>
          <a:p>
            <a:pPr indent="0" marL="0">
              <a:buNone/>
            </a:pPr>
            <a:r>
              <a:rPr lang="en-US" sz="900" dirty="0">
                <a:solidFill>
                  <a:srgbClr val="FF3333"/>
                </a:solidFill>
                <a:latin typeface="Courier New" pitchFamily="34" charset="0"/>
                <a:ea typeface="Courier New" pitchFamily="34" charset="-122"/>
                <a:cs typeface="Courier New" pitchFamily="34" charset="-120"/>
              </a:rPr>
              <a:t>thehindu.com</a:t>
            </a:r>
            <a:endParaRPr lang="en-US" sz="900" dirty="0"/>
          </a:p>
        </p:txBody>
      </p:sp>
      <p:sp>
        <p:nvSpPr>
          <p:cNvPr id="44" name="Shape 42"/>
          <p:cNvSpPr/>
          <p:nvPr/>
        </p:nvSpPr>
        <p:spPr>
          <a:xfrm>
            <a:off x="320040" y="2980944"/>
            <a:ext cx="4160520" cy="804672"/>
          </a:xfrm>
          <a:prstGeom prst="rect">
            <a:avLst/>
          </a:prstGeom>
          <a:solidFill>
            <a:srgbClr val="21262D"/>
          </a:solidFill>
          <a:ln w="15240">
            <a:solidFill>
              <a:srgbClr val="00F5FF"/>
            </a:solidFill>
            <a:prstDash val="solid"/>
          </a:ln>
        </p:spPr>
      </p:sp>
      <p:sp>
        <p:nvSpPr>
          <p:cNvPr id="45" name="Shape 43"/>
          <p:cNvSpPr/>
          <p:nvPr/>
        </p:nvSpPr>
        <p:spPr>
          <a:xfrm>
            <a:off x="320040" y="2980944"/>
            <a:ext cx="365760" cy="804672"/>
          </a:xfrm>
          <a:prstGeom prst="rect">
            <a:avLst/>
          </a:prstGeom>
          <a:solidFill>
            <a:srgbClr val="00F5FF"/>
          </a:solidFill>
          <a:ln w="12700">
            <a:solidFill>
              <a:srgbClr val="00F5FF"/>
            </a:solidFill>
            <a:prstDash val="solid"/>
          </a:ln>
        </p:spPr>
      </p:sp>
      <p:sp>
        <p:nvSpPr>
          <p:cNvPr id="46" name="Text 44"/>
          <p:cNvSpPr/>
          <p:nvPr/>
        </p:nvSpPr>
        <p:spPr>
          <a:xfrm>
            <a:off x="320040" y="2980944"/>
            <a:ext cx="365760" cy="804672"/>
          </a:xfrm>
          <a:prstGeom prst="rect">
            <a:avLst/>
          </a:prstGeom>
          <a:noFill/>
          <a:ln/>
        </p:spPr>
        <p:txBody>
          <a:bodyPr wrap="square" rtlCol="0" anchor="ctr"/>
          <a:lstStyle/>
          <a:p>
            <a:pPr algn="ctr" indent="0" marL="0">
              <a:buNone/>
            </a:pPr>
            <a:r>
              <a:rPr lang="en-US" sz="1000" b="1" dirty="0">
                <a:solidFill>
                  <a:srgbClr val="0A0A0F"/>
                </a:solidFill>
                <a:latin typeface="Courier New" pitchFamily="34" charset="0"/>
                <a:ea typeface="Courier New" pitchFamily="34" charset="-122"/>
                <a:cs typeface="Courier New" pitchFamily="34" charset="-120"/>
              </a:rPr>
              <a:t>05</a:t>
            </a:r>
            <a:endParaRPr lang="en-US" sz="1000" dirty="0"/>
          </a:p>
        </p:txBody>
      </p:sp>
      <p:sp>
        <p:nvSpPr>
          <p:cNvPr id="47" name="Text 45"/>
          <p:cNvSpPr/>
          <p:nvPr/>
        </p:nvSpPr>
        <p:spPr>
          <a:xfrm>
            <a:off x="777240" y="3054096"/>
            <a:ext cx="3611880" cy="347472"/>
          </a:xfrm>
          <a:prstGeom prst="rect">
            <a:avLst/>
          </a:prstGeom>
          <a:noFill/>
          <a:ln/>
        </p:spPr>
        <p:txBody>
          <a:bodyPr wrap="square" rtlCol="0" anchor="ctr"/>
          <a:lstStyle/>
          <a:p>
            <a:pPr indent="0" marL="0">
              <a:buNone/>
            </a:pPr>
            <a:r>
              <a:rPr lang="en-US" sz="1000" b="1" dirty="0">
                <a:solidFill>
                  <a:srgbClr val="FFFFFF"/>
                </a:solidFill>
                <a:latin typeface="Arial" pitchFamily="34" charset="0"/>
                <a:ea typeface="Arial" pitchFamily="34" charset="-122"/>
                <a:cs typeface="Arial" pitchFamily="34" charset="-120"/>
              </a:rPr>
              <a:t>WannaCry Ransomware — Europol Cyber Crime Report 2017</a:t>
            </a:r>
            <a:endParaRPr lang="en-US" sz="1000" dirty="0"/>
          </a:p>
        </p:txBody>
      </p:sp>
      <p:sp>
        <p:nvSpPr>
          <p:cNvPr id="48" name="Text 46"/>
          <p:cNvSpPr/>
          <p:nvPr/>
        </p:nvSpPr>
        <p:spPr>
          <a:xfrm>
            <a:off x="777240" y="3438144"/>
            <a:ext cx="3611880" cy="256032"/>
          </a:xfrm>
          <a:prstGeom prst="rect">
            <a:avLst/>
          </a:prstGeom>
          <a:noFill/>
          <a:ln/>
        </p:spPr>
        <p:txBody>
          <a:bodyPr wrap="square" rtlCol="0" anchor="ctr"/>
          <a:lstStyle/>
          <a:p>
            <a:pPr indent="0" marL="0">
              <a:buNone/>
            </a:pPr>
            <a:r>
              <a:rPr lang="en-US" sz="900" dirty="0">
                <a:solidFill>
                  <a:srgbClr val="00F5FF"/>
                </a:solidFill>
                <a:latin typeface="Courier New" pitchFamily="34" charset="0"/>
                <a:ea typeface="Courier New" pitchFamily="34" charset="-122"/>
                <a:cs typeface="Courier New" pitchFamily="34" charset="-120"/>
              </a:rPr>
              <a:t>europol.europa.eu</a:t>
            </a:r>
            <a:endParaRPr lang="en-US" sz="900" dirty="0"/>
          </a:p>
        </p:txBody>
      </p:sp>
      <p:sp>
        <p:nvSpPr>
          <p:cNvPr id="49" name="Shape 47"/>
          <p:cNvSpPr/>
          <p:nvPr/>
        </p:nvSpPr>
        <p:spPr>
          <a:xfrm>
            <a:off x="4754880" y="2980944"/>
            <a:ext cx="4160520" cy="804672"/>
          </a:xfrm>
          <a:prstGeom prst="rect">
            <a:avLst/>
          </a:prstGeom>
          <a:solidFill>
            <a:srgbClr val="21262D"/>
          </a:solidFill>
          <a:ln w="15240">
            <a:solidFill>
              <a:srgbClr val="39FF14"/>
            </a:solidFill>
            <a:prstDash val="solid"/>
          </a:ln>
        </p:spPr>
      </p:sp>
      <p:sp>
        <p:nvSpPr>
          <p:cNvPr id="50" name="Shape 48"/>
          <p:cNvSpPr/>
          <p:nvPr/>
        </p:nvSpPr>
        <p:spPr>
          <a:xfrm>
            <a:off x="4754880" y="2980944"/>
            <a:ext cx="365760" cy="804672"/>
          </a:xfrm>
          <a:prstGeom prst="rect">
            <a:avLst/>
          </a:prstGeom>
          <a:solidFill>
            <a:srgbClr val="39FF14"/>
          </a:solidFill>
          <a:ln w="12700">
            <a:solidFill>
              <a:srgbClr val="39FF14"/>
            </a:solidFill>
            <a:prstDash val="solid"/>
          </a:ln>
        </p:spPr>
      </p:sp>
      <p:sp>
        <p:nvSpPr>
          <p:cNvPr id="51" name="Text 49"/>
          <p:cNvSpPr/>
          <p:nvPr/>
        </p:nvSpPr>
        <p:spPr>
          <a:xfrm>
            <a:off x="4754880" y="2980944"/>
            <a:ext cx="365760" cy="804672"/>
          </a:xfrm>
          <a:prstGeom prst="rect">
            <a:avLst/>
          </a:prstGeom>
          <a:noFill/>
          <a:ln/>
        </p:spPr>
        <p:txBody>
          <a:bodyPr wrap="square" rtlCol="0" anchor="ctr"/>
          <a:lstStyle/>
          <a:p>
            <a:pPr algn="ctr" indent="0" marL="0">
              <a:buNone/>
            </a:pPr>
            <a:r>
              <a:rPr lang="en-US" sz="1000" b="1" dirty="0">
                <a:solidFill>
                  <a:srgbClr val="0A0A0F"/>
                </a:solidFill>
                <a:latin typeface="Courier New" pitchFamily="34" charset="0"/>
                <a:ea typeface="Courier New" pitchFamily="34" charset="-122"/>
                <a:cs typeface="Courier New" pitchFamily="34" charset="-120"/>
              </a:rPr>
              <a:t>06</a:t>
            </a:r>
            <a:endParaRPr lang="en-US" sz="1000" dirty="0"/>
          </a:p>
        </p:txBody>
      </p:sp>
      <p:sp>
        <p:nvSpPr>
          <p:cNvPr id="52" name="Text 50"/>
          <p:cNvSpPr/>
          <p:nvPr/>
        </p:nvSpPr>
        <p:spPr>
          <a:xfrm>
            <a:off x="5212080" y="3054096"/>
            <a:ext cx="3611880" cy="347472"/>
          </a:xfrm>
          <a:prstGeom prst="rect">
            <a:avLst/>
          </a:prstGeom>
          <a:noFill/>
          <a:ln/>
        </p:spPr>
        <p:txBody>
          <a:bodyPr wrap="square" rtlCol="0" anchor="ctr"/>
          <a:lstStyle/>
          <a:p>
            <a:pPr indent="0" marL="0">
              <a:buNone/>
            </a:pPr>
            <a:r>
              <a:rPr lang="en-US" sz="1000" b="1" dirty="0">
                <a:solidFill>
                  <a:srgbClr val="FFFFFF"/>
                </a:solidFill>
                <a:latin typeface="Arial" pitchFamily="34" charset="0"/>
                <a:ea typeface="Arial" pitchFamily="34" charset="-122"/>
                <a:cs typeface="Arial" pitchFamily="34" charset="-120"/>
              </a:rPr>
              <a:t>Cosmos Bank Cyber Heist — RBI Cyber Security Report</a:t>
            </a:r>
            <a:endParaRPr lang="en-US" sz="1000" dirty="0"/>
          </a:p>
        </p:txBody>
      </p:sp>
      <p:sp>
        <p:nvSpPr>
          <p:cNvPr id="53" name="Text 51"/>
          <p:cNvSpPr/>
          <p:nvPr/>
        </p:nvSpPr>
        <p:spPr>
          <a:xfrm>
            <a:off x="5212080" y="3438144"/>
            <a:ext cx="3611880" cy="256032"/>
          </a:xfrm>
          <a:prstGeom prst="rect">
            <a:avLst/>
          </a:prstGeom>
          <a:noFill/>
          <a:ln/>
        </p:spPr>
        <p:txBody>
          <a:bodyPr wrap="square" rtlCol="0" anchor="ctr"/>
          <a:lstStyle/>
          <a:p>
            <a:pPr indent="0" marL="0">
              <a:buNone/>
            </a:pPr>
            <a:r>
              <a:rPr lang="en-US" sz="900" dirty="0">
                <a:solidFill>
                  <a:srgbClr val="39FF14"/>
                </a:solidFill>
                <a:latin typeface="Courier New" pitchFamily="34" charset="0"/>
                <a:ea typeface="Courier New" pitchFamily="34" charset="-122"/>
                <a:cs typeface="Courier New" pitchFamily="34" charset="-120"/>
              </a:rPr>
              <a:t>rbi.org.in</a:t>
            </a:r>
            <a:endParaRPr lang="en-US" sz="900" dirty="0"/>
          </a:p>
        </p:txBody>
      </p:sp>
      <p:sp>
        <p:nvSpPr>
          <p:cNvPr id="54" name="Shape 52"/>
          <p:cNvSpPr/>
          <p:nvPr/>
        </p:nvSpPr>
        <p:spPr>
          <a:xfrm>
            <a:off x="320040" y="3913632"/>
            <a:ext cx="4160520" cy="804672"/>
          </a:xfrm>
          <a:prstGeom prst="rect">
            <a:avLst/>
          </a:prstGeom>
          <a:solidFill>
            <a:srgbClr val="21262D"/>
          </a:solidFill>
          <a:ln w="15240">
            <a:solidFill>
              <a:srgbClr val="FF8C00"/>
            </a:solidFill>
            <a:prstDash val="solid"/>
          </a:ln>
        </p:spPr>
      </p:sp>
      <p:sp>
        <p:nvSpPr>
          <p:cNvPr id="55" name="Shape 53"/>
          <p:cNvSpPr/>
          <p:nvPr/>
        </p:nvSpPr>
        <p:spPr>
          <a:xfrm>
            <a:off x="320040" y="3913632"/>
            <a:ext cx="365760" cy="804672"/>
          </a:xfrm>
          <a:prstGeom prst="rect">
            <a:avLst/>
          </a:prstGeom>
          <a:solidFill>
            <a:srgbClr val="FF8C00"/>
          </a:solidFill>
          <a:ln w="12700">
            <a:solidFill>
              <a:srgbClr val="FF8C00"/>
            </a:solidFill>
            <a:prstDash val="solid"/>
          </a:ln>
        </p:spPr>
      </p:sp>
      <p:sp>
        <p:nvSpPr>
          <p:cNvPr id="56" name="Text 54"/>
          <p:cNvSpPr/>
          <p:nvPr/>
        </p:nvSpPr>
        <p:spPr>
          <a:xfrm>
            <a:off x="320040" y="3913632"/>
            <a:ext cx="365760" cy="804672"/>
          </a:xfrm>
          <a:prstGeom prst="rect">
            <a:avLst/>
          </a:prstGeom>
          <a:noFill/>
          <a:ln/>
        </p:spPr>
        <p:txBody>
          <a:bodyPr wrap="square" rtlCol="0" anchor="ctr"/>
          <a:lstStyle/>
          <a:p>
            <a:pPr algn="ctr" indent="0" marL="0">
              <a:buNone/>
            </a:pPr>
            <a:r>
              <a:rPr lang="en-US" sz="1000" b="1" dirty="0">
                <a:solidFill>
                  <a:srgbClr val="0A0A0F"/>
                </a:solidFill>
                <a:latin typeface="Courier New" pitchFamily="34" charset="0"/>
                <a:ea typeface="Courier New" pitchFamily="34" charset="-122"/>
                <a:cs typeface="Courier New" pitchFamily="34" charset="-120"/>
              </a:rPr>
              <a:t>07</a:t>
            </a:r>
            <a:endParaRPr lang="en-US" sz="1000" dirty="0"/>
          </a:p>
        </p:txBody>
      </p:sp>
      <p:sp>
        <p:nvSpPr>
          <p:cNvPr id="57" name="Text 55"/>
          <p:cNvSpPr/>
          <p:nvPr/>
        </p:nvSpPr>
        <p:spPr>
          <a:xfrm>
            <a:off x="777240" y="3986784"/>
            <a:ext cx="3611880" cy="347472"/>
          </a:xfrm>
          <a:prstGeom prst="rect">
            <a:avLst/>
          </a:prstGeom>
          <a:noFill/>
          <a:ln/>
        </p:spPr>
        <p:txBody>
          <a:bodyPr wrap="square" rtlCol="0" anchor="ctr"/>
          <a:lstStyle/>
          <a:p>
            <a:pPr indent="0" marL="0">
              <a:buNone/>
            </a:pPr>
            <a:r>
              <a:rPr lang="en-US" sz="1000" b="1" dirty="0">
                <a:solidFill>
                  <a:srgbClr val="FFFFFF"/>
                </a:solidFill>
                <a:latin typeface="Arial" pitchFamily="34" charset="0"/>
                <a:ea typeface="Arial" pitchFamily="34" charset="-122"/>
                <a:cs typeface="Arial" pitchFamily="34" charset="-120"/>
              </a:rPr>
              <a:t>NCERT Class IX Information Technology Textbook</a:t>
            </a:r>
            <a:endParaRPr lang="en-US" sz="1000" dirty="0"/>
          </a:p>
        </p:txBody>
      </p:sp>
      <p:sp>
        <p:nvSpPr>
          <p:cNvPr id="58" name="Text 56"/>
          <p:cNvSpPr/>
          <p:nvPr/>
        </p:nvSpPr>
        <p:spPr>
          <a:xfrm>
            <a:off x="777240" y="4370832"/>
            <a:ext cx="3611880" cy="256032"/>
          </a:xfrm>
          <a:prstGeom prst="rect">
            <a:avLst/>
          </a:prstGeom>
          <a:noFill/>
          <a:ln/>
        </p:spPr>
        <p:txBody>
          <a:bodyPr wrap="square" rtlCol="0" anchor="ctr"/>
          <a:lstStyle/>
          <a:p>
            <a:pPr indent="0" marL="0">
              <a:buNone/>
            </a:pPr>
            <a:r>
              <a:rPr lang="en-US" sz="900" dirty="0">
                <a:solidFill>
                  <a:srgbClr val="FF8C00"/>
                </a:solidFill>
                <a:latin typeface="Courier New" pitchFamily="34" charset="0"/>
                <a:ea typeface="Courier New" pitchFamily="34" charset="-122"/>
                <a:cs typeface="Courier New" pitchFamily="34" charset="-120"/>
              </a:rPr>
              <a:t>ncert.nic.in</a:t>
            </a:r>
            <a:endParaRPr lang="en-US" sz="900" dirty="0"/>
          </a:p>
        </p:txBody>
      </p:sp>
      <p:sp>
        <p:nvSpPr>
          <p:cNvPr id="59" name="Shape 57"/>
          <p:cNvSpPr/>
          <p:nvPr/>
        </p:nvSpPr>
        <p:spPr>
          <a:xfrm>
            <a:off x="4754880" y="3913632"/>
            <a:ext cx="4160520" cy="804672"/>
          </a:xfrm>
          <a:prstGeom prst="rect">
            <a:avLst/>
          </a:prstGeom>
          <a:solidFill>
            <a:srgbClr val="21262D"/>
          </a:solidFill>
          <a:ln w="15240">
            <a:solidFill>
              <a:srgbClr val="FF3333"/>
            </a:solidFill>
            <a:prstDash val="solid"/>
          </a:ln>
        </p:spPr>
      </p:sp>
      <p:sp>
        <p:nvSpPr>
          <p:cNvPr id="60" name="Shape 58"/>
          <p:cNvSpPr/>
          <p:nvPr/>
        </p:nvSpPr>
        <p:spPr>
          <a:xfrm>
            <a:off x="4754880" y="3913632"/>
            <a:ext cx="365760" cy="804672"/>
          </a:xfrm>
          <a:prstGeom prst="rect">
            <a:avLst/>
          </a:prstGeom>
          <a:solidFill>
            <a:srgbClr val="FF3333"/>
          </a:solidFill>
          <a:ln w="12700">
            <a:solidFill>
              <a:srgbClr val="FF3333"/>
            </a:solidFill>
            <a:prstDash val="solid"/>
          </a:ln>
        </p:spPr>
      </p:sp>
      <p:sp>
        <p:nvSpPr>
          <p:cNvPr id="61" name="Text 59"/>
          <p:cNvSpPr/>
          <p:nvPr/>
        </p:nvSpPr>
        <p:spPr>
          <a:xfrm>
            <a:off x="4754880" y="3913632"/>
            <a:ext cx="365760" cy="804672"/>
          </a:xfrm>
          <a:prstGeom prst="rect">
            <a:avLst/>
          </a:prstGeom>
          <a:noFill/>
          <a:ln/>
        </p:spPr>
        <p:txBody>
          <a:bodyPr wrap="square" rtlCol="0" anchor="ctr"/>
          <a:lstStyle/>
          <a:p>
            <a:pPr algn="ctr" indent="0" marL="0">
              <a:buNone/>
            </a:pPr>
            <a:r>
              <a:rPr lang="en-US" sz="1000" b="1" dirty="0">
                <a:solidFill>
                  <a:srgbClr val="0A0A0F"/>
                </a:solidFill>
                <a:latin typeface="Courier New" pitchFamily="34" charset="0"/>
                <a:ea typeface="Courier New" pitchFamily="34" charset="-122"/>
                <a:cs typeface="Courier New" pitchFamily="34" charset="-120"/>
              </a:rPr>
              <a:t>08</a:t>
            </a:r>
            <a:endParaRPr lang="en-US" sz="1000" dirty="0"/>
          </a:p>
        </p:txBody>
      </p:sp>
      <p:sp>
        <p:nvSpPr>
          <p:cNvPr id="62" name="Text 60"/>
          <p:cNvSpPr/>
          <p:nvPr/>
        </p:nvSpPr>
        <p:spPr>
          <a:xfrm>
            <a:off x="5212080" y="3986784"/>
            <a:ext cx="3611880" cy="347472"/>
          </a:xfrm>
          <a:prstGeom prst="rect">
            <a:avLst/>
          </a:prstGeom>
          <a:noFill/>
          <a:ln/>
        </p:spPr>
        <p:txBody>
          <a:bodyPr wrap="square" rtlCol="0" anchor="ctr"/>
          <a:lstStyle/>
          <a:p>
            <a:pPr indent="0" marL="0">
              <a:buNone/>
            </a:pPr>
            <a:r>
              <a:rPr lang="en-US" sz="1000" b="1" dirty="0">
                <a:solidFill>
                  <a:srgbClr val="FFFFFF"/>
                </a:solidFill>
                <a:latin typeface="Arial" pitchFamily="34" charset="0"/>
                <a:ea typeface="Arial" pitchFamily="34" charset="-122"/>
                <a:cs typeface="Arial" pitchFamily="34" charset="-120"/>
              </a:rPr>
              <a:t>What is Cyber Security? — Kaspersky Lab</a:t>
            </a:r>
            <a:endParaRPr lang="en-US" sz="1000" dirty="0"/>
          </a:p>
        </p:txBody>
      </p:sp>
      <p:sp>
        <p:nvSpPr>
          <p:cNvPr id="63" name="Text 61"/>
          <p:cNvSpPr/>
          <p:nvPr/>
        </p:nvSpPr>
        <p:spPr>
          <a:xfrm>
            <a:off x="5212080" y="4370832"/>
            <a:ext cx="3611880" cy="256032"/>
          </a:xfrm>
          <a:prstGeom prst="rect">
            <a:avLst/>
          </a:prstGeom>
          <a:noFill/>
          <a:ln/>
        </p:spPr>
        <p:txBody>
          <a:bodyPr wrap="square" rtlCol="0" anchor="ctr"/>
          <a:lstStyle/>
          <a:p>
            <a:pPr indent="0" marL="0">
              <a:buNone/>
            </a:pPr>
            <a:r>
              <a:rPr lang="en-US" sz="900" dirty="0">
                <a:solidFill>
                  <a:srgbClr val="FF3333"/>
                </a:solidFill>
                <a:latin typeface="Courier New" pitchFamily="34" charset="0"/>
                <a:ea typeface="Courier New" pitchFamily="34" charset="-122"/>
                <a:cs typeface="Courier New" pitchFamily="34" charset="-120"/>
              </a:rPr>
              <a:t>kaspersky.com</a:t>
            </a:r>
            <a:endParaRPr lang="en-US" sz="900" dirty="0"/>
          </a:p>
        </p:txBody>
      </p:sp>
      <p:sp>
        <p:nvSpPr>
          <p:cNvPr id="64" name="Text 62"/>
          <p:cNvSpPr/>
          <p:nvPr/>
        </p:nvSpPr>
        <p:spPr>
          <a:xfrm>
            <a:off x="320040" y="4828032"/>
            <a:ext cx="8503920" cy="201168"/>
          </a:xfrm>
          <a:prstGeom prst="rect">
            <a:avLst/>
          </a:prstGeom>
          <a:noFill/>
          <a:ln/>
        </p:spPr>
        <p:txBody>
          <a:bodyPr wrap="square" rtlCol="0" anchor="ctr"/>
          <a:lstStyle/>
          <a:p>
            <a:pPr algn="ctr" indent="0" marL="0">
              <a:buNone/>
            </a:pPr>
            <a:r>
              <a:rPr lang="en-US" sz="900" b="1" dirty="0">
                <a:solidFill>
                  <a:srgbClr val="39FF14"/>
                </a:solidFill>
                <a:latin typeface="Courier New" pitchFamily="34" charset="0"/>
                <a:ea typeface="Courier New" pitchFamily="34" charset="-122"/>
                <a:cs typeface="Courier New" pitchFamily="34" charset="-120"/>
              </a:rPr>
              <a:t>// END OF PROJECT — THANK YOU</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A0A0F"/>
        </a:solidFill>
      </p:bgPr>
    </p:bg>
    <p:spTree>
      <p:nvGrpSpPr>
        <p:cNvPr id="1" name=""/>
        <p:cNvGrpSpPr/>
        <p:nvPr/>
      </p:nvGrpSpPr>
      <p:grpSpPr>
        <a:xfrm>
          <a:off x="0" y="0"/>
          <a:ext cx="0" cy="0"/>
          <a:chOff x="0" y="0"/>
          <a:chExt cx="0" cy="0"/>
        </a:xfrm>
      </p:grpSpPr>
      <p:sp>
        <p:nvSpPr>
          <p:cNvPr id="2" name="Shape 0"/>
          <p:cNvSpPr/>
          <p:nvPr/>
        </p:nvSpPr>
        <p:spPr>
          <a:xfrm>
            <a:off x="0" y="0"/>
            <a:ext cx="0" cy="5143500"/>
          </a:xfrm>
          <a:prstGeom prst="line">
            <a:avLst/>
          </a:prstGeom>
          <a:noFill/>
          <a:ln w="1905">
            <a:solidFill>
              <a:srgbClr val="00F5FF">
                <a:alpha val="15000"/>
              </a:srgbClr>
            </a:solidFill>
            <a:prstDash val="solid"/>
          </a:ln>
        </p:spPr>
      </p:sp>
      <p:sp>
        <p:nvSpPr>
          <p:cNvPr id="3" name="Shape 1"/>
          <p:cNvSpPr/>
          <p:nvPr/>
        </p:nvSpPr>
        <p:spPr>
          <a:xfrm>
            <a:off x="1005840" y="0"/>
            <a:ext cx="0" cy="5143500"/>
          </a:xfrm>
          <a:prstGeom prst="line">
            <a:avLst/>
          </a:prstGeom>
          <a:noFill/>
          <a:ln w="1905">
            <a:solidFill>
              <a:srgbClr val="00F5FF">
                <a:alpha val="15000"/>
              </a:srgbClr>
            </a:solidFill>
            <a:prstDash val="solid"/>
          </a:ln>
        </p:spPr>
      </p:sp>
      <p:sp>
        <p:nvSpPr>
          <p:cNvPr id="4" name="Shape 2"/>
          <p:cNvSpPr/>
          <p:nvPr/>
        </p:nvSpPr>
        <p:spPr>
          <a:xfrm>
            <a:off x="2011680" y="0"/>
            <a:ext cx="0" cy="5143500"/>
          </a:xfrm>
          <a:prstGeom prst="line">
            <a:avLst/>
          </a:prstGeom>
          <a:noFill/>
          <a:ln w="1905">
            <a:solidFill>
              <a:srgbClr val="00F5FF">
                <a:alpha val="15000"/>
              </a:srgbClr>
            </a:solidFill>
            <a:prstDash val="solid"/>
          </a:ln>
        </p:spPr>
      </p:sp>
      <p:sp>
        <p:nvSpPr>
          <p:cNvPr id="5" name="Shape 3"/>
          <p:cNvSpPr/>
          <p:nvPr/>
        </p:nvSpPr>
        <p:spPr>
          <a:xfrm>
            <a:off x="3017520" y="0"/>
            <a:ext cx="0" cy="5143500"/>
          </a:xfrm>
          <a:prstGeom prst="line">
            <a:avLst/>
          </a:prstGeom>
          <a:noFill/>
          <a:ln w="1905">
            <a:solidFill>
              <a:srgbClr val="00F5FF">
                <a:alpha val="15000"/>
              </a:srgbClr>
            </a:solidFill>
            <a:prstDash val="solid"/>
          </a:ln>
        </p:spPr>
      </p:sp>
      <p:sp>
        <p:nvSpPr>
          <p:cNvPr id="6" name="Shape 4"/>
          <p:cNvSpPr/>
          <p:nvPr/>
        </p:nvSpPr>
        <p:spPr>
          <a:xfrm>
            <a:off x="4023360" y="0"/>
            <a:ext cx="0" cy="5143500"/>
          </a:xfrm>
          <a:prstGeom prst="line">
            <a:avLst/>
          </a:prstGeom>
          <a:noFill/>
          <a:ln w="1905">
            <a:solidFill>
              <a:srgbClr val="00F5FF">
                <a:alpha val="15000"/>
              </a:srgbClr>
            </a:solidFill>
            <a:prstDash val="solid"/>
          </a:ln>
        </p:spPr>
      </p:sp>
      <p:sp>
        <p:nvSpPr>
          <p:cNvPr id="7" name="Shape 5"/>
          <p:cNvSpPr/>
          <p:nvPr/>
        </p:nvSpPr>
        <p:spPr>
          <a:xfrm>
            <a:off x="5029200" y="0"/>
            <a:ext cx="0" cy="5143500"/>
          </a:xfrm>
          <a:prstGeom prst="line">
            <a:avLst/>
          </a:prstGeom>
          <a:noFill/>
          <a:ln w="1905">
            <a:solidFill>
              <a:srgbClr val="00F5FF">
                <a:alpha val="15000"/>
              </a:srgbClr>
            </a:solidFill>
            <a:prstDash val="solid"/>
          </a:ln>
        </p:spPr>
      </p:sp>
      <p:sp>
        <p:nvSpPr>
          <p:cNvPr id="8" name="Shape 6"/>
          <p:cNvSpPr/>
          <p:nvPr/>
        </p:nvSpPr>
        <p:spPr>
          <a:xfrm>
            <a:off x="6035040" y="0"/>
            <a:ext cx="0" cy="5143500"/>
          </a:xfrm>
          <a:prstGeom prst="line">
            <a:avLst/>
          </a:prstGeom>
          <a:noFill/>
          <a:ln w="1905">
            <a:solidFill>
              <a:srgbClr val="00F5FF">
                <a:alpha val="15000"/>
              </a:srgbClr>
            </a:solidFill>
            <a:prstDash val="solid"/>
          </a:ln>
        </p:spPr>
      </p:sp>
      <p:sp>
        <p:nvSpPr>
          <p:cNvPr id="9" name="Shape 7"/>
          <p:cNvSpPr/>
          <p:nvPr/>
        </p:nvSpPr>
        <p:spPr>
          <a:xfrm>
            <a:off x="7040880" y="0"/>
            <a:ext cx="0" cy="5143500"/>
          </a:xfrm>
          <a:prstGeom prst="line">
            <a:avLst/>
          </a:prstGeom>
          <a:noFill/>
          <a:ln w="1905">
            <a:solidFill>
              <a:srgbClr val="00F5FF">
                <a:alpha val="15000"/>
              </a:srgbClr>
            </a:solidFill>
            <a:prstDash val="solid"/>
          </a:ln>
        </p:spPr>
      </p:sp>
      <p:sp>
        <p:nvSpPr>
          <p:cNvPr id="10" name="Shape 8"/>
          <p:cNvSpPr/>
          <p:nvPr/>
        </p:nvSpPr>
        <p:spPr>
          <a:xfrm>
            <a:off x="8046720" y="0"/>
            <a:ext cx="0" cy="5143500"/>
          </a:xfrm>
          <a:prstGeom prst="line">
            <a:avLst/>
          </a:prstGeom>
          <a:noFill/>
          <a:ln w="1905">
            <a:solidFill>
              <a:srgbClr val="00F5FF">
                <a:alpha val="15000"/>
              </a:srgbClr>
            </a:solidFill>
            <a:prstDash val="solid"/>
          </a:ln>
        </p:spPr>
      </p:sp>
      <p:sp>
        <p:nvSpPr>
          <p:cNvPr id="11" name="Shape 9"/>
          <p:cNvSpPr/>
          <p:nvPr/>
        </p:nvSpPr>
        <p:spPr>
          <a:xfrm>
            <a:off x="9052560" y="0"/>
            <a:ext cx="0" cy="5143500"/>
          </a:xfrm>
          <a:prstGeom prst="line">
            <a:avLst/>
          </a:prstGeom>
          <a:noFill/>
          <a:ln w="1905">
            <a:solidFill>
              <a:srgbClr val="00F5FF">
                <a:alpha val="15000"/>
              </a:srgbClr>
            </a:solidFill>
            <a:prstDash val="solid"/>
          </a:ln>
        </p:spPr>
      </p:sp>
      <p:sp>
        <p:nvSpPr>
          <p:cNvPr id="12" name="Shape 10"/>
          <p:cNvSpPr/>
          <p:nvPr/>
        </p:nvSpPr>
        <p:spPr>
          <a:xfrm>
            <a:off x="0" y="0"/>
            <a:ext cx="9144000" cy="0"/>
          </a:xfrm>
          <a:prstGeom prst="line">
            <a:avLst/>
          </a:prstGeom>
          <a:noFill/>
          <a:ln w="1905">
            <a:solidFill>
              <a:srgbClr val="00F5FF">
                <a:alpha val="15000"/>
              </a:srgbClr>
            </a:solidFill>
            <a:prstDash val="solid"/>
          </a:ln>
        </p:spPr>
      </p:sp>
      <p:sp>
        <p:nvSpPr>
          <p:cNvPr id="13" name="Shape 11"/>
          <p:cNvSpPr/>
          <p:nvPr/>
        </p:nvSpPr>
        <p:spPr>
          <a:xfrm>
            <a:off x="0" y="914400"/>
            <a:ext cx="9144000" cy="0"/>
          </a:xfrm>
          <a:prstGeom prst="line">
            <a:avLst/>
          </a:prstGeom>
          <a:noFill/>
          <a:ln w="1905">
            <a:solidFill>
              <a:srgbClr val="00F5FF">
                <a:alpha val="15000"/>
              </a:srgbClr>
            </a:solidFill>
            <a:prstDash val="solid"/>
          </a:ln>
        </p:spPr>
      </p:sp>
      <p:sp>
        <p:nvSpPr>
          <p:cNvPr id="14" name="Shape 12"/>
          <p:cNvSpPr/>
          <p:nvPr/>
        </p:nvSpPr>
        <p:spPr>
          <a:xfrm>
            <a:off x="0" y="1828800"/>
            <a:ext cx="9144000" cy="0"/>
          </a:xfrm>
          <a:prstGeom prst="line">
            <a:avLst/>
          </a:prstGeom>
          <a:noFill/>
          <a:ln w="1905">
            <a:solidFill>
              <a:srgbClr val="00F5FF">
                <a:alpha val="15000"/>
              </a:srgbClr>
            </a:solidFill>
            <a:prstDash val="solid"/>
          </a:ln>
        </p:spPr>
      </p:sp>
      <p:sp>
        <p:nvSpPr>
          <p:cNvPr id="15" name="Shape 13"/>
          <p:cNvSpPr/>
          <p:nvPr/>
        </p:nvSpPr>
        <p:spPr>
          <a:xfrm>
            <a:off x="0" y="2743200"/>
            <a:ext cx="9144000" cy="0"/>
          </a:xfrm>
          <a:prstGeom prst="line">
            <a:avLst/>
          </a:prstGeom>
          <a:noFill/>
          <a:ln w="1905">
            <a:solidFill>
              <a:srgbClr val="00F5FF">
                <a:alpha val="15000"/>
              </a:srgbClr>
            </a:solidFill>
            <a:prstDash val="solid"/>
          </a:ln>
        </p:spPr>
      </p:sp>
      <p:sp>
        <p:nvSpPr>
          <p:cNvPr id="16" name="Shape 14"/>
          <p:cNvSpPr/>
          <p:nvPr/>
        </p:nvSpPr>
        <p:spPr>
          <a:xfrm>
            <a:off x="0" y="3657600"/>
            <a:ext cx="9144000" cy="0"/>
          </a:xfrm>
          <a:prstGeom prst="line">
            <a:avLst/>
          </a:prstGeom>
          <a:noFill/>
          <a:ln w="1905">
            <a:solidFill>
              <a:srgbClr val="00F5FF">
                <a:alpha val="15000"/>
              </a:srgbClr>
            </a:solidFill>
            <a:prstDash val="solid"/>
          </a:ln>
        </p:spPr>
      </p:sp>
      <p:sp>
        <p:nvSpPr>
          <p:cNvPr id="17" name="Shape 15"/>
          <p:cNvSpPr/>
          <p:nvPr/>
        </p:nvSpPr>
        <p:spPr>
          <a:xfrm>
            <a:off x="0" y="4572000"/>
            <a:ext cx="9144000" cy="0"/>
          </a:xfrm>
          <a:prstGeom prst="line">
            <a:avLst/>
          </a:prstGeom>
          <a:noFill/>
          <a:ln w="1905">
            <a:solidFill>
              <a:srgbClr val="00F5FF">
                <a:alpha val="15000"/>
              </a:srgbClr>
            </a:solidFill>
            <a:prstDash val="solid"/>
          </a:ln>
        </p:spPr>
      </p:sp>
      <p:sp>
        <p:nvSpPr>
          <p:cNvPr id="18" name="Shape 16"/>
          <p:cNvSpPr/>
          <p:nvPr/>
        </p:nvSpPr>
        <p:spPr>
          <a:xfrm>
            <a:off x="0" y="0"/>
            <a:ext cx="9144000" cy="73152"/>
          </a:xfrm>
          <a:prstGeom prst="rect">
            <a:avLst/>
          </a:prstGeom>
          <a:solidFill>
            <a:srgbClr val="00F5FF"/>
          </a:solidFill>
          <a:ln w="12700">
            <a:solidFill>
              <a:srgbClr val="00F5FF"/>
            </a:solidFill>
            <a:prstDash val="solid"/>
          </a:ln>
        </p:spPr>
      </p:sp>
      <p:sp>
        <p:nvSpPr>
          <p:cNvPr id="19" name="Shape 17"/>
          <p:cNvSpPr/>
          <p:nvPr/>
        </p:nvSpPr>
        <p:spPr>
          <a:xfrm>
            <a:off x="0" y="5070348"/>
            <a:ext cx="9144000" cy="73152"/>
          </a:xfrm>
          <a:prstGeom prst="rect">
            <a:avLst/>
          </a:prstGeom>
          <a:solidFill>
            <a:srgbClr val="00F5FF"/>
          </a:solidFill>
          <a:ln w="12700">
            <a:solidFill>
              <a:srgbClr val="00F5FF"/>
            </a:solidFill>
            <a:prstDash val="solid"/>
          </a:ln>
        </p:spPr>
      </p:sp>
      <p:sp>
        <p:nvSpPr>
          <p:cNvPr id="20" name="Text 18"/>
          <p:cNvSpPr/>
          <p:nvPr/>
        </p:nvSpPr>
        <p:spPr>
          <a:xfrm>
            <a:off x="-914400" y="182880"/>
            <a:ext cx="10972800" cy="2743200"/>
          </a:xfrm>
          <a:prstGeom prst="rect">
            <a:avLst/>
          </a:prstGeom>
          <a:noFill/>
          <a:ln/>
        </p:spPr>
        <p:txBody>
          <a:bodyPr wrap="square" rtlCol="0" anchor="ctr"/>
          <a:lstStyle/>
          <a:p>
            <a:pPr algn="ctr" indent="0" marL="0">
              <a:buNone/>
            </a:pPr>
            <a:r>
              <a:rPr lang="en-US" sz="20000" b="1" dirty="0">
                <a:solidFill>
                  <a:srgbClr val="00F5FF">
                    <a:alpha val="6000"/>
                  </a:srgbClr>
                </a:solidFill>
                <a:latin typeface="Arial Black" pitchFamily="34" charset="0"/>
                <a:ea typeface="Arial Black" pitchFamily="34" charset="-122"/>
                <a:cs typeface="Arial Black" pitchFamily="34" charset="-120"/>
              </a:rPr>
              <a:t>THANK</a:t>
            </a:r>
            <a:endParaRPr lang="en-US" sz="20000" dirty="0"/>
          </a:p>
        </p:txBody>
      </p:sp>
      <p:sp>
        <p:nvSpPr>
          <p:cNvPr id="21" name="Shape 19"/>
          <p:cNvSpPr/>
          <p:nvPr/>
        </p:nvSpPr>
        <p:spPr>
          <a:xfrm>
            <a:off x="0" y="0"/>
            <a:ext cx="365760" cy="365760"/>
          </a:xfrm>
          <a:prstGeom prst="rect">
            <a:avLst/>
          </a:prstGeom>
          <a:solidFill>
            <a:srgbClr val="00F5FF"/>
          </a:solidFill>
          <a:ln w="12700">
            <a:solidFill>
              <a:srgbClr val="00F5FF"/>
            </a:solidFill>
            <a:prstDash val="solid"/>
          </a:ln>
        </p:spPr>
      </p:sp>
      <p:sp>
        <p:nvSpPr>
          <p:cNvPr id="22" name="Shape 20"/>
          <p:cNvSpPr/>
          <p:nvPr/>
        </p:nvSpPr>
        <p:spPr>
          <a:xfrm>
            <a:off x="8778240" y="0"/>
            <a:ext cx="365760" cy="365760"/>
          </a:xfrm>
          <a:prstGeom prst="rect">
            <a:avLst/>
          </a:prstGeom>
          <a:solidFill>
            <a:srgbClr val="00F5FF"/>
          </a:solidFill>
          <a:ln w="12700">
            <a:solidFill>
              <a:srgbClr val="00F5FF"/>
            </a:solidFill>
            <a:prstDash val="solid"/>
          </a:ln>
        </p:spPr>
      </p:sp>
      <p:sp>
        <p:nvSpPr>
          <p:cNvPr id="23" name="Shape 21"/>
          <p:cNvSpPr/>
          <p:nvPr/>
        </p:nvSpPr>
        <p:spPr>
          <a:xfrm>
            <a:off x="0" y="4777740"/>
            <a:ext cx="365760" cy="365760"/>
          </a:xfrm>
          <a:prstGeom prst="rect">
            <a:avLst/>
          </a:prstGeom>
          <a:solidFill>
            <a:srgbClr val="00F5FF"/>
          </a:solidFill>
          <a:ln w="12700">
            <a:solidFill>
              <a:srgbClr val="00F5FF"/>
            </a:solidFill>
            <a:prstDash val="solid"/>
          </a:ln>
        </p:spPr>
      </p:sp>
      <p:sp>
        <p:nvSpPr>
          <p:cNvPr id="24" name="Shape 22"/>
          <p:cNvSpPr/>
          <p:nvPr/>
        </p:nvSpPr>
        <p:spPr>
          <a:xfrm>
            <a:off x="8778240" y="4777740"/>
            <a:ext cx="365760" cy="365760"/>
          </a:xfrm>
          <a:prstGeom prst="rect">
            <a:avLst/>
          </a:prstGeom>
          <a:solidFill>
            <a:srgbClr val="00F5FF"/>
          </a:solidFill>
          <a:ln w="12700">
            <a:solidFill>
              <a:srgbClr val="00F5FF"/>
            </a:solidFill>
            <a:prstDash val="solid"/>
          </a:ln>
        </p:spPr>
      </p:sp>
      <p:sp>
        <p:nvSpPr>
          <p:cNvPr id="25" name="Text 23"/>
          <p:cNvSpPr/>
          <p:nvPr/>
        </p:nvSpPr>
        <p:spPr>
          <a:xfrm>
            <a:off x="457200" y="960120"/>
            <a:ext cx="8229600" cy="1188720"/>
          </a:xfrm>
          <a:prstGeom prst="rect">
            <a:avLst/>
          </a:prstGeom>
          <a:noFill/>
          <a:ln/>
        </p:spPr>
        <p:txBody>
          <a:bodyPr wrap="square" rtlCol="0" anchor="ctr"/>
          <a:lstStyle/>
          <a:p>
            <a:pPr algn="ctr" indent="0" marL="0">
              <a:buNone/>
            </a:pPr>
            <a:r>
              <a:rPr lang="en-US" sz="7200" b="1" spc="800" kern="0" dirty="0">
                <a:solidFill>
                  <a:srgbClr val="00F5FF"/>
                </a:solidFill>
                <a:latin typeface="Arial Black" pitchFamily="34" charset="0"/>
                <a:ea typeface="Arial Black" pitchFamily="34" charset="-122"/>
                <a:cs typeface="Arial Black" pitchFamily="34" charset="-120"/>
              </a:rPr>
              <a:t>THANK YOU</a:t>
            </a:r>
            <a:endParaRPr lang="en-US" sz="7200" dirty="0"/>
          </a:p>
        </p:txBody>
      </p:sp>
      <p:sp>
        <p:nvSpPr>
          <p:cNvPr id="26" name="Text 24"/>
          <p:cNvSpPr/>
          <p:nvPr/>
        </p:nvSpPr>
        <p:spPr>
          <a:xfrm>
            <a:off x="457200" y="2148840"/>
            <a:ext cx="8229600" cy="502920"/>
          </a:xfrm>
          <a:prstGeom prst="rect">
            <a:avLst/>
          </a:prstGeom>
          <a:noFill/>
          <a:ln/>
        </p:spPr>
        <p:txBody>
          <a:bodyPr wrap="square" rtlCol="0" anchor="ctr"/>
          <a:lstStyle/>
          <a:p>
            <a:pPr algn="ctr" indent="0" marL="0">
              <a:buNone/>
            </a:pPr>
            <a:r>
              <a:rPr lang="en-US" sz="2200" dirty="0">
                <a:solidFill>
                  <a:srgbClr val="FFFFFF"/>
                </a:solidFill>
                <a:latin typeface="Arial" pitchFamily="34" charset="0"/>
                <a:ea typeface="Arial" pitchFamily="34" charset="-122"/>
                <a:cs typeface="Arial" pitchFamily="34" charset="-120"/>
              </a:rPr>
              <a:t>for your attention</a:t>
            </a:r>
            <a:endParaRPr lang="en-US" sz="2200" dirty="0"/>
          </a:p>
        </p:txBody>
      </p:sp>
      <p:sp>
        <p:nvSpPr>
          <p:cNvPr id="27" name="Shape 25"/>
          <p:cNvSpPr/>
          <p:nvPr/>
        </p:nvSpPr>
        <p:spPr>
          <a:xfrm>
            <a:off x="3200400" y="2761488"/>
            <a:ext cx="2743200" cy="36576"/>
          </a:xfrm>
          <a:prstGeom prst="rect">
            <a:avLst/>
          </a:prstGeom>
          <a:solidFill>
            <a:srgbClr val="00F5FF"/>
          </a:solidFill>
          <a:ln w="12700">
            <a:solidFill>
              <a:srgbClr val="00F5FF"/>
            </a:solidFill>
            <a:prstDash val="solid"/>
          </a:ln>
        </p:spPr>
      </p:sp>
      <p:sp>
        <p:nvSpPr>
          <p:cNvPr id="28" name="Shape 26"/>
          <p:cNvSpPr/>
          <p:nvPr/>
        </p:nvSpPr>
        <p:spPr>
          <a:xfrm>
            <a:off x="2926080" y="2926080"/>
            <a:ext cx="3291840" cy="868680"/>
          </a:xfrm>
          <a:prstGeom prst="rect">
            <a:avLst/>
          </a:prstGeom>
          <a:solidFill>
            <a:srgbClr val="21262D"/>
          </a:solidFill>
          <a:ln w="19050">
            <a:solidFill>
              <a:srgbClr val="00F5FF"/>
            </a:solidFill>
            <a:prstDash val="solid"/>
          </a:ln>
        </p:spPr>
      </p:sp>
      <p:sp>
        <p:nvSpPr>
          <p:cNvPr id="29" name="Text 27"/>
          <p:cNvSpPr/>
          <p:nvPr/>
        </p:nvSpPr>
        <p:spPr>
          <a:xfrm>
            <a:off x="2926080" y="2971800"/>
            <a:ext cx="3291840" cy="365760"/>
          </a:xfrm>
          <a:prstGeom prst="rect">
            <a:avLst/>
          </a:prstGeom>
          <a:noFill/>
          <a:ln/>
        </p:spPr>
        <p:txBody>
          <a:bodyPr wrap="square" rtlCol="0" anchor="ctr"/>
          <a:lstStyle/>
          <a:p>
            <a:pPr algn="ctr" indent="0" marL="0">
              <a:buNone/>
            </a:pPr>
            <a:r>
              <a:rPr lang="en-US" sz="1100" b="1" dirty="0">
                <a:solidFill>
                  <a:srgbClr val="00F5FF"/>
                </a:solidFill>
                <a:latin typeface="Courier New" pitchFamily="34" charset="0"/>
                <a:ea typeface="Courier New" pitchFamily="34" charset="-122"/>
                <a:cs typeface="Courier New" pitchFamily="34" charset="-120"/>
              </a:rPr>
              <a:t>Cyber Security &amp; Cyber Crimes</a:t>
            </a:r>
            <a:endParaRPr lang="en-US" sz="1100" dirty="0"/>
          </a:p>
        </p:txBody>
      </p:sp>
      <p:sp>
        <p:nvSpPr>
          <p:cNvPr id="30" name="Text 28"/>
          <p:cNvSpPr/>
          <p:nvPr/>
        </p:nvSpPr>
        <p:spPr>
          <a:xfrm>
            <a:off x="2926080" y="3319272"/>
            <a:ext cx="3291840" cy="411480"/>
          </a:xfrm>
          <a:prstGeom prst="rect">
            <a:avLst/>
          </a:prstGeom>
          <a:noFill/>
          <a:ln/>
        </p:spPr>
        <p:txBody>
          <a:bodyPr wrap="square" rtlCol="0" anchor="ctr"/>
          <a:lstStyle/>
          <a:p>
            <a:pPr algn="ctr" indent="0" marL="0">
              <a:buNone/>
            </a:pPr>
            <a:r>
              <a:rPr lang="en-US" sz="1000" dirty="0">
                <a:solidFill>
                  <a:srgbClr val="8B949E"/>
                </a:solidFill>
                <a:latin typeface="Courier New" pitchFamily="34" charset="0"/>
                <a:ea typeface="Courier New" pitchFamily="34" charset="-122"/>
                <a:cs typeface="Courier New" pitchFamily="34" charset="-120"/>
              </a:rPr>
              <a:t>IT-402  |  Class IX  |  CBSE  |  2025–26</a:t>
            </a:r>
            <a:endParaRPr lang="en-US" sz="1000" dirty="0"/>
          </a:p>
        </p:txBody>
      </p:sp>
      <p:sp>
        <p:nvSpPr>
          <p:cNvPr id="31" name="Text 29"/>
          <p:cNvSpPr/>
          <p:nvPr/>
        </p:nvSpPr>
        <p:spPr>
          <a:xfrm>
            <a:off x="457200" y="3977640"/>
            <a:ext cx="8229600" cy="274320"/>
          </a:xfrm>
          <a:prstGeom prst="rect">
            <a:avLst/>
          </a:prstGeom>
          <a:noFill/>
          <a:ln/>
        </p:spPr>
        <p:txBody>
          <a:bodyPr wrap="square" rtlCol="0" anchor="ctr"/>
          <a:lstStyle/>
          <a:p>
            <a:pPr algn="ctr" indent="0" marL="0">
              <a:buNone/>
            </a:pPr>
            <a:r>
              <a:rPr lang="en-US" sz="1100" b="1" spc="300" kern="0" dirty="0">
                <a:solidFill>
                  <a:srgbClr val="39FF14"/>
                </a:solidFill>
                <a:latin typeface="Courier New" pitchFamily="34" charset="0"/>
                <a:ea typeface="Courier New" pitchFamily="34" charset="-122"/>
                <a:cs typeface="Courier New" pitchFamily="34" charset="-120"/>
              </a:rPr>
              <a:t>// QUESTIONS WELCOME</a:t>
            </a:r>
            <a:endParaRPr lang="en-US" sz="1100" dirty="0"/>
          </a:p>
        </p:txBody>
      </p:sp>
      <p:sp>
        <p:nvSpPr>
          <p:cNvPr id="32" name="Text 30"/>
          <p:cNvSpPr/>
          <p:nvPr/>
        </p:nvSpPr>
        <p:spPr>
          <a:xfrm>
            <a:off x="457200" y="4370832"/>
            <a:ext cx="8229600" cy="256032"/>
          </a:xfrm>
          <a:prstGeom prst="rect">
            <a:avLst/>
          </a:prstGeom>
          <a:noFill/>
          <a:ln/>
        </p:spPr>
        <p:txBody>
          <a:bodyPr wrap="square" rtlCol="0" anchor="ctr"/>
          <a:lstStyle/>
          <a:p>
            <a:pPr algn="ctr" indent="0" marL="0">
              <a:buNone/>
            </a:pPr>
            <a:r>
              <a:rPr lang="en-US" sz="1000" dirty="0">
                <a:solidFill>
                  <a:srgbClr val="8B949E"/>
                </a:solidFill>
                <a:latin typeface="Courier New" pitchFamily="34" charset="0"/>
                <a:ea typeface="Courier New" pitchFamily="34" charset="-122"/>
                <a:cs typeface="Courier New" pitchFamily="34" charset="-120"/>
              </a:rPr>
              <a:t>Presented by:  [Your Name]  |  Roll No: [  ]</a:t>
            </a:r>
            <a:endParaRPr lang="en-US" sz="1000" dirty="0"/>
          </a:p>
        </p:txBody>
      </p:sp>
      <p:sp>
        <p:nvSpPr>
          <p:cNvPr id="33" name="Text 31"/>
          <p:cNvSpPr/>
          <p:nvPr/>
        </p:nvSpPr>
        <p:spPr>
          <a:xfrm>
            <a:off x="8046720" y="4828032"/>
            <a:ext cx="914400" cy="228600"/>
          </a:xfrm>
          <a:prstGeom prst="rect">
            <a:avLst/>
          </a:prstGeom>
          <a:noFill/>
          <a:ln/>
        </p:spPr>
        <p:txBody>
          <a:bodyPr wrap="square" rtlCol="0" anchor="ctr"/>
          <a:lstStyle/>
          <a:p>
            <a:pPr algn="r" indent="0" marL="0">
              <a:buNone/>
            </a:pPr>
            <a:r>
              <a:rPr lang="en-US" sz="900" dirty="0">
                <a:solidFill>
                  <a:srgbClr val="8B949E"/>
                </a:solidFill>
                <a:latin typeface="Courier New" pitchFamily="34" charset="0"/>
                <a:ea typeface="Courier New" pitchFamily="34" charset="-122"/>
                <a:cs typeface="Courier New" pitchFamily="34" charset="-120"/>
              </a:rPr>
              <a:t>13 / 13</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Cyber Security and Cyber Crimes - IT402</dc:title>
  <dc:subject>PptxGenJS Presentation</dc:subject>
  <dc:creator>PptxGenJS</dc:creator>
  <cp:lastModifiedBy>PptxGenJS</cp:lastModifiedBy>
  <cp:revision>1</cp:revision>
  <dcterms:created xsi:type="dcterms:W3CDTF">2026-06-02T10:23:19Z</dcterms:created>
  <dcterms:modified xsi:type="dcterms:W3CDTF">2026-06-02T10:23:19Z</dcterms:modified>
</cp:coreProperties>
</file>